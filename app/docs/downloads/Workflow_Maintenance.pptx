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Urbanist Medium"/>
      <p:regular r:id="rId7"/>
      <p:bold r:id="rId8"/>
      <p:italic r:id="rId9"/>
      <p:boldItalic r:id="rId10"/>
    </p:embeddedFont>
    <p:embeddedFont>
      <p:font typeface="Urbanis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jejqPtP7EYQ1e5eWJLaU2iTKrh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rbanist-regular.fntdata"/><Relationship Id="rId10" Type="http://schemas.openxmlformats.org/officeDocument/2006/relationships/font" Target="fonts/UrbanistMedium-boldItalic.fntdata"/><Relationship Id="rId13" Type="http://schemas.openxmlformats.org/officeDocument/2006/relationships/font" Target="fonts/Urbanist-italic.fntdata"/><Relationship Id="rId12" Type="http://schemas.openxmlformats.org/officeDocument/2006/relationships/font" Target="fonts/Urbanis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UrbanistMedium-italic.fntdata"/><Relationship Id="rId15" Type="http://customschemas.google.com/relationships/presentationmetadata" Target="metadata"/><Relationship Id="rId14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UrbanistMedium-regular.fntdata"/><Relationship Id="rId8" Type="http://schemas.openxmlformats.org/officeDocument/2006/relationships/font" Target="fonts/Urbanis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9b87bcd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f9b87bcd8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9b87bcd83_0_0"/>
          <p:cNvSpPr/>
          <p:nvPr/>
        </p:nvSpPr>
        <p:spPr>
          <a:xfrm>
            <a:off x="1829496" y="1157497"/>
            <a:ext cx="685800" cy="226314"/>
          </a:xfrm>
          <a:prstGeom prst="flowChartTerminator">
            <a:avLst/>
          </a:prstGeom>
          <a:gradFill>
            <a:gsLst>
              <a:gs pos="0">
                <a:srgbClr val="A6D49D"/>
              </a:gs>
              <a:gs pos="50000">
                <a:srgbClr val="99C991"/>
              </a:gs>
              <a:gs pos="100000">
                <a:srgbClr val="88C57C"/>
              </a:gs>
            </a:gsLst>
            <a:lin ang="5400012" scaled="0"/>
          </a:gradFill>
          <a:ln cap="flat" cmpd="sng" w="9525">
            <a:solidFill>
              <a:srgbClr val="EEFF4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f9b87bcd83_0_0"/>
          <p:cNvSpPr/>
          <p:nvPr/>
        </p:nvSpPr>
        <p:spPr>
          <a:xfrm>
            <a:off x="1232634" y="2123108"/>
            <a:ext cx="580932" cy="342684"/>
          </a:xfrm>
          <a:prstGeom prst="flowChartDocumen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12" scaled="0"/>
          </a:gradFill>
          <a:ln cap="flat" cmpd="sng" w="9525">
            <a:solidFill>
              <a:srgbClr val="21212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Preventive Maintenance plan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f9b87bcd83_0_0"/>
          <p:cNvSpPr/>
          <p:nvPr/>
        </p:nvSpPr>
        <p:spPr>
          <a:xfrm>
            <a:off x="1206684" y="2636715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Weekly Programming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9b87bcd83_0_0"/>
          <p:cNvSpPr/>
          <p:nvPr/>
        </p:nvSpPr>
        <p:spPr>
          <a:xfrm>
            <a:off x="482239" y="2233878"/>
            <a:ext cx="632821" cy="316711"/>
          </a:xfrm>
          <a:prstGeom prst="flowChartManualInput">
            <a:avLst/>
          </a:prstGeom>
          <a:solidFill>
            <a:srgbClr val="FFFFFF"/>
          </a:solidFill>
          <a:ln cap="flat" cmpd="sng" w="14300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Previous maintenance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f9b87bcd83_0_0"/>
          <p:cNvSpPr/>
          <p:nvPr/>
        </p:nvSpPr>
        <p:spPr>
          <a:xfrm>
            <a:off x="1075461" y="3105475"/>
            <a:ext cx="779166" cy="376110"/>
          </a:xfrm>
          <a:prstGeom prst="flowChartMultidocumen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12" scaled="0"/>
          </a:gradFill>
          <a:ln cap="flat" cmpd="sng" w="9525">
            <a:solidFill>
              <a:srgbClr val="21212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 &amp; Check List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f9b87bcd83_0_0"/>
          <p:cNvSpPr/>
          <p:nvPr/>
        </p:nvSpPr>
        <p:spPr>
          <a:xfrm>
            <a:off x="1694407" y="3950943"/>
            <a:ext cx="1038492" cy="475327"/>
          </a:xfrm>
          <a:prstGeom prst="flowChartDecision">
            <a:avLst/>
          </a:prstGeom>
          <a:gradFill>
            <a:gsLst>
              <a:gs pos="0">
                <a:srgbClr val="D09DC7"/>
              </a:gs>
              <a:gs pos="50000">
                <a:srgbClr val="C490BC"/>
              </a:gs>
              <a:gs pos="100000">
                <a:srgbClr val="BF7CB5"/>
              </a:gs>
            </a:gsLst>
            <a:lin ang="5400012" scaled="0"/>
          </a:gradFill>
          <a:ln cap="flat" cmpd="sng" w="9525">
            <a:solidFill>
              <a:srgbClr val="0097A7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 scope reviewed?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f9b87bcd83_0_0"/>
          <p:cNvSpPr/>
          <p:nvPr/>
        </p:nvSpPr>
        <p:spPr>
          <a:xfrm>
            <a:off x="1694407" y="4596877"/>
            <a:ext cx="1038492" cy="475327"/>
          </a:xfrm>
          <a:prstGeom prst="flowChartDecision">
            <a:avLst/>
          </a:prstGeom>
          <a:gradFill>
            <a:gsLst>
              <a:gs pos="0">
                <a:srgbClr val="D09DC7"/>
              </a:gs>
              <a:gs pos="50000">
                <a:srgbClr val="C490BC"/>
              </a:gs>
              <a:gs pos="100000">
                <a:srgbClr val="BF7CB5"/>
              </a:gs>
            </a:gsLst>
            <a:lin ang="5400012" scaled="0"/>
          </a:gradFill>
          <a:ln cap="flat" cmpd="sng" w="9525">
            <a:solidFill>
              <a:srgbClr val="0097A7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resources available?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f9b87bcd83_0_0"/>
          <p:cNvSpPr/>
          <p:nvPr/>
        </p:nvSpPr>
        <p:spPr>
          <a:xfrm>
            <a:off x="4054368" y="2597675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requirement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f9b87bcd83_0_0"/>
          <p:cNvSpPr/>
          <p:nvPr/>
        </p:nvSpPr>
        <p:spPr>
          <a:xfrm>
            <a:off x="4054376" y="3093364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 Quotes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f9b87bcd83_0_0"/>
          <p:cNvSpPr/>
          <p:nvPr/>
        </p:nvSpPr>
        <p:spPr>
          <a:xfrm>
            <a:off x="4054251" y="4052237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 PO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9b87bcd83_0_0"/>
          <p:cNvSpPr/>
          <p:nvPr/>
        </p:nvSpPr>
        <p:spPr>
          <a:xfrm>
            <a:off x="4080303" y="3587466"/>
            <a:ext cx="580932" cy="284526"/>
          </a:xfrm>
          <a:prstGeom prst="flowChartDocumen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12" scaled="0"/>
          </a:gradFill>
          <a:ln cap="flat" cmpd="sng" w="9525">
            <a:solidFill>
              <a:srgbClr val="21212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Quote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9b87bcd83_0_0"/>
          <p:cNvSpPr/>
          <p:nvPr/>
        </p:nvSpPr>
        <p:spPr>
          <a:xfrm>
            <a:off x="5575910" y="2605472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Approve request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f9b87bcd83_0_0"/>
          <p:cNvSpPr/>
          <p:nvPr/>
        </p:nvSpPr>
        <p:spPr>
          <a:xfrm>
            <a:off x="5602012" y="3219084"/>
            <a:ext cx="580932" cy="284526"/>
          </a:xfrm>
          <a:prstGeom prst="flowChartDocumen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12" scaled="0"/>
          </a:gradFill>
          <a:ln cap="flat" cmpd="sng" w="9525">
            <a:solidFill>
              <a:srgbClr val="21212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f9b87bcd83_0_0"/>
          <p:cNvSpPr/>
          <p:nvPr/>
        </p:nvSpPr>
        <p:spPr>
          <a:xfrm>
            <a:off x="3852715" y="4563915"/>
            <a:ext cx="1038492" cy="475327"/>
          </a:xfrm>
          <a:prstGeom prst="flowChartDecision">
            <a:avLst/>
          </a:prstGeom>
          <a:gradFill>
            <a:gsLst>
              <a:gs pos="0">
                <a:srgbClr val="D09DC7"/>
              </a:gs>
              <a:gs pos="50000">
                <a:srgbClr val="C490BC"/>
              </a:gs>
              <a:gs pos="100000">
                <a:srgbClr val="BF7CB5"/>
              </a:gs>
            </a:gsLst>
            <a:lin ang="5400012" scaled="0"/>
          </a:gradFill>
          <a:ln cap="flat" cmpd="sng" w="9525">
            <a:solidFill>
              <a:srgbClr val="0097A7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Manager approval?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f9b87bcd83_0_0"/>
          <p:cNvSpPr/>
          <p:nvPr/>
        </p:nvSpPr>
        <p:spPr>
          <a:xfrm>
            <a:off x="4054376" y="5245578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Approve amount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f9b87bcd83_0_0"/>
          <p:cNvSpPr/>
          <p:nvPr/>
        </p:nvSpPr>
        <p:spPr>
          <a:xfrm>
            <a:off x="9377376" y="2001909"/>
            <a:ext cx="1038492" cy="475327"/>
          </a:xfrm>
          <a:prstGeom prst="flowChartDecision">
            <a:avLst/>
          </a:prstGeom>
          <a:gradFill>
            <a:gsLst>
              <a:gs pos="0">
                <a:srgbClr val="D09DC7"/>
              </a:gs>
              <a:gs pos="50000">
                <a:srgbClr val="C490BC"/>
              </a:gs>
              <a:gs pos="100000">
                <a:srgbClr val="BF7CB5"/>
              </a:gs>
            </a:gsLst>
            <a:lin ang="5400012" scaled="0"/>
          </a:gradFill>
          <a:ln cap="flat" cmpd="sng" w="9525">
            <a:solidFill>
              <a:srgbClr val="0097A7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it a priority?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f9b87bcd83_0_0"/>
          <p:cNvSpPr/>
          <p:nvPr/>
        </p:nvSpPr>
        <p:spPr>
          <a:xfrm>
            <a:off x="10899426" y="2084932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Schedule for next PM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f9b87bcd83_0_0"/>
          <p:cNvSpPr/>
          <p:nvPr/>
        </p:nvSpPr>
        <p:spPr>
          <a:xfrm>
            <a:off x="10900075" y="3336614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 report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f9b87bcd83_0_0"/>
          <p:cNvSpPr/>
          <p:nvPr/>
        </p:nvSpPr>
        <p:spPr>
          <a:xfrm>
            <a:off x="10872938" y="2637410"/>
            <a:ext cx="685800" cy="316712"/>
          </a:xfrm>
          <a:prstGeom prst="flowChartManualInput">
            <a:avLst/>
          </a:prstGeom>
          <a:solidFill>
            <a:srgbClr val="FFFFFF"/>
          </a:solidFill>
          <a:ln cap="flat" cmpd="sng" w="14300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for next maintenance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9b87bcd83_0_0"/>
          <p:cNvSpPr/>
          <p:nvPr/>
        </p:nvSpPr>
        <p:spPr>
          <a:xfrm>
            <a:off x="10925372" y="3841211"/>
            <a:ext cx="580932" cy="284526"/>
          </a:xfrm>
          <a:prstGeom prst="flowChartDocumen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12" scaled="0"/>
          </a:gradFill>
          <a:ln cap="flat" cmpd="sng" w="9525">
            <a:solidFill>
              <a:srgbClr val="21212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 order completed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f9b87bcd83_0_0"/>
          <p:cNvSpPr/>
          <p:nvPr/>
        </p:nvSpPr>
        <p:spPr>
          <a:xfrm>
            <a:off x="10899422" y="4286326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Close Work Order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f9b87bcd83_0_0"/>
          <p:cNvSpPr/>
          <p:nvPr/>
        </p:nvSpPr>
        <p:spPr>
          <a:xfrm>
            <a:off x="10926283" y="4844395"/>
            <a:ext cx="589376" cy="414343"/>
          </a:xfrm>
          <a:prstGeom prst="flowChartInternalStorag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12" scaled="0"/>
          </a:gradFill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Archive documents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f9b87bcd83_0_0"/>
          <p:cNvSpPr/>
          <p:nvPr/>
        </p:nvSpPr>
        <p:spPr>
          <a:xfrm>
            <a:off x="10878078" y="5492584"/>
            <a:ext cx="685800" cy="226314"/>
          </a:xfrm>
          <a:prstGeom prst="flowChartTerminator">
            <a:avLst/>
          </a:prstGeom>
          <a:gradFill>
            <a:gsLst>
              <a:gs pos="0">
                <a:srgbClr val="A6D49D"/>
              </a:gs>
              <a:gs pos="50000">
                <a:srgbClr val="99C991"/>
              </a:gs>
              <a:gs pos="100000">
                <a:srgbClr val="88C57C"/>
              </a:gs>
            </a:gsLst>
            <a:lin ang="5400012" scaled="0"/>
          </a:gradFill>
          <a:ln cap="flat" cmpd="sng" w="9525">
            <a:solidFill>
              <a:srgbClr val="EEFF4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g3f9b87bcd83_0_0"/>
          <p:cNvCxnSpPr>
            <a:stCxn id="84" idx="2"/>
            <a:endCxn id="108" idx="0"/>
          </p:cNvCxnSpPr>
          <p:nvPr/>
        </p:nvCxnSpPr>
        <p:spPr>
          <a:xfrm>
            <a:off x="2172396" y="1383811"/>
            <a:ext cx="0" cy="2151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09" name="Google Shape;109;g3f9b87bcd83_0_0"/>
          <p:cNvCxnSpPr>
            <a:stCxn id="85" idx="2"/>
            <a:endCxn id="86" idx="0"/>
          </p:cNvCxnSpPr>
          <p:nvPr/>
        </p:nvCxnSpPr>
        <p:spPr>
          <a:xfrm>
            <a:off x="1523100" y="2443137"/>
            <a:ext cx="0" cy="1935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0" name="Google Shape;110;g3f9b87bcd83_0_0"/>
          <p:cNvCxnSpPr>
            <a:stCxn id="86" idx="2"/>
            <a:endCxn id="88" idx="0"/>
          </p:cNvCxnSpPr>
          <p:nvPr/>
        </p:nvCxnSpPr>
        <p:spPr>
          <a:xfrm flipH="1">
            <a:off x="1518595" y="2934596"/>
            <a:ext cx="4500" cy="1710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1" name="Google Shape;111;g3f9b87bcd83_0_0"/>
          <p:cNvCxnSpPr>
            <a:stCxn id="87" idx="2"/>
            <a:endCxn id="86" idx="1"/>
          </p:cNvCxnSpPr>
          <p:nvPr/>
        </p:nvCxnSpPr>
        <p:spPr>
          <a:xfrm flipH="1" rot="-5400000">
            <a:off x="885050" y="2464189"/>
            <a:ext cx="235200" cy="408000"/>
          </a:xfrm>
          <a:prstGeom prst="bentConnector2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2" name="Google Shape;112;g3f9b87bcd83_0_0"/>
          <p:cNvCxnSpPr>
            <a:stCxn id="89" idx="2"/>
            <a:endCxn id="90" idx="0"/>
          </p:cNvCxnSpPr>
          <p:nvPr/>
        </p:nvCxnSpPr>
        <p:spPr>
          <a:xfrm>
            <a:off x="2213653" y="4426270"/>
            <a:ext cx="0" cy="1707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3" name="Google Shape;113;g3f9b87bcd83_0_0"/>
          <p:cNvCxnSpPr>
            <a:stCxn id="90" idx="2"/>
            <a:endCxn id="114" idx="2"/>
          </p:cNvCxnSpPr>
          <p:nvPr/>
        </p:nvCxnSpPr>
        <p:spPr>
          <a:xfrm flipH="1" rot="-5400000">
            <a:off x="4495903" y="2789954"/>
            <a:ext cx="83100" cy="4647600"/>
          </a:xfrm>
          <a:prstGeom prst="bentConnector3">
            <a:avLst>
              <a:gd fmla="val 1209412" name="adj1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5" name="Google Shape;115;g3f9b87bcd83_0_0"/>
          <p:cNvCxnSpPr>
            <a:stCxn id="90" idx="3"/>
            <a:endCxn id="116" idx="2"/>
          </p:cNvCxnSpPr>
          <p:nvPr/>
        </p:nvCxnSpPr>
        <p:spPr>
          <a:xfrm flipH="1" rot="10800000">
            <a:off x="2732899" y="3750641"/>
            <a:ext cx="931800" cy="1083900"/>
          </a:xfrm>
          <a:prstGeom prst="bentConnector2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7" name="Google Shape;117;g3f9b87bcd83_0_0"/>
          <p:cNvCxnSpPr>
            <a:stCxn id="89" idx="3"/>
            <a:endCxn id="116" idx="2"/>
          </p:cNvCxnSpPr>
          <p:nvPr/>
        </p:nvCxnSpPr>
        <p:spPr>
          <a:xfrm flipH="1" rot="10800000">
            <a:off x="2732899" y="3750607"/>
            <a:ext cx="931800" cy="438000"/>
          </a:xfrm>
          <a:prstGeom prst="bentConnector2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8" name="Google Shape;118;g3f9b87bcd83_0_0"/>
          <p:cNvCxnSpPr>
            <a:stCxn id="91" idx="2"/>
            <a:endCxn id="92" idx="0"/>
          </p:cNvCxnSpPr>
          <p:nvPr/>
        </p:nvCxnSpPr>
        <p:spPr>
          <a:xfrm>
            <a:off x="4370779" y="2895556"/>
            <a:ext cx="0" cy="1977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9" name="Google Shape;119;g3f9b87bcd83_0_0"/>
          <p:cNvCxnSpPr>
            <a:stCxn id="92" idx="2"/>
            <a:endCxn id="94" idx="0"/>
          </p:cNvCxnSpPr>
          <p:nvPr/>
        </p:nvCxnSpPr>
        <p:spPr>
          <a:xfrm>
            <a:off x="4370787" y="3391245"/>
            <a:ext cx="0" cy="1962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20" name="Google Shape;120;g3f9b87bcd83_0_0"/>
          <p:cNvCxnSpPr>
            <a:stCxn id="94" idx="2"/>
            <a:endCxn id="93" idx="0"/>
          </p:cNvCxnSpPr>
          <p:nvPr/>
        </p:nvCxnSpPr>
        <p:spPr>
          <a:xfrm>
            <a:off x="4370769" y="3853182"/>
            <a:ext cx="0" cy="1992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21" name="Google Shape;121;g3f9b87bcd83_0_0"/>
          <p:cNvCxnSpPr>
            <a:stCxn id="93" idx="2"/>
            <a:endCxn id="97" idx="0"/>
          </p:cNvCxnSpPr>
          <p:nvPr/>
        </p:nvCxnSpPr>
        <p:spPr>
          <a:xfrm>
            <a:off x="4370662" y="4350118"/>
            <a:ext cx="1200" cy="2139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22" name="Google Shape;122;g3f9b87bcd83_0_0"/>
          <p:cNvCxnSpPr>
            <a:stCxn id="97" idx="3"/>
            <a:endCxn id="123" idx="2"/>
          </p:cNvCxnSpPr>
          <p:nvPr/>
        </p:nvCxnSpPr>
        <p:spPr>
          <a:xfrm flipH="1" rot="10800000">
            <a:off x="4891207" y="3958879"/>
            <a:ext cx="224100" cy="842700"/>
          </a:xfrm>
          <a:prstGeom prst="bentConnector2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24" name="Google Shape;124;g3f9b87bcd83_0_0"/>
          <p:cNvCxnSpPr>
            <a:stCxn id="97" idx="2"/>
            <a:endCxn id="98" idx="0"/>
          </p:cNvCxnSpPr>
          <p:nvPr/>
        </p:nvCxnSpPr>
        <p:spPr>
          <a:xfrm flipH="1">
            <a:off x="4370761" y="5039242"/>
            <a:ext cx="1200" cy="2064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25" name="Google Shape;125;g3f9b87bcd83_0_0"/>
          <p:cNvCxnSpPr>
            <a:stCxn id="98" idx="2"/>
            <a:endCxn id="123" idx="2"/>
          </p:cNvCxnSpPr>
          <p:nvPr/>
        </p:nvCxnSpPr>
        <p:spPr>
          <a:xfrm rot="-5400000">
            <a:off x="3950787" y="4378859"/>
            <a:ext cx="1584600" cy="744600"/>
          </a:xfrm>
          <a:prstGeom prst="bentConnector3">
            <a:avLst>
              <a:gd fmla="val -10628" name="adj1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26" name="Google Shape;126;g3f9b87bcd83_0_0"/>
          <p:cNvSpPr/>
          <p:nvPr/>
        </p:nvSpPr>
        <p:spPr>
          <a:xfrm>
            <a:off x="9321836" y="3244942"/>
            <a:ext cx="1149577" cy="475327"/>
          </a:xfrm>
          <a:prstGeom prst="flowChartDecision">
            <a:avLst/>
          </a:prstGeom>
          <a:gradFill>
            <a:gsLst>
              <a:gs pos="0">
                <a:srgbClr val="D09DC7"/>
              </a:gs>
              <a:gs pos="50000">
                <a:srgbClr val="C490BC"/>
              </a:gs>
              <a:gs pos="100000">
                <a:srgbClr val="BF7CB5"/>
              </a:gs>
            </a:gsLst>
            <a:lin ang="5400012" scaled="0"/>
          </a:gradFill>
          <a:ln cap="flat" cmpd="sng" w="9525">
            <a:solidFill>
              <a:srgbClr val="0097A7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Further intervention required?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f9b87bcd83_0_0"/>
          <p:cNvSpPr/>
          <p:nvPr/>
        </p:nvSpPr>
        <p:spPr>
          <a:xfrm>
            <a:off x="5246297" y="4274489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Schedule the intervention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g3f9b87bcd83_0_0"/>
          <p:cNvCxnSpPr>
            <a:stCxn id="95" idx="2"/>
            <a:endCxn id="96" idx="0"/>
          </p:cNvCxnSpPr>
          <p:nvPr/>
        </p:nvCxnSpPr>
        <p:spPr>
          <a:xfrm>
            <a:off x="5892321" y="2903353"/>
            <a:ext cx="300" cy="3156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29" name="Google Shape;129;g3f9b87bcd83_0_0"/>
          <p:cNvCxnSpPr>
            <a:stCxn id="126" idx="0"/>
            <a:endCxn id="99" idx="2"/>
          </p:cNvCxnSpPr>
          <p:nvPr/>
        </p:nvCxnSpPr>
        <p:spPr>
          <a:xfrm rot="10800000">
            <a:off x="9896625" y="2477242"/>
            <a:ext cx="0" cy="7677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30" name="Google Shape;130;g3f9b87bcd83_0_0"/>
          <p:cNvCxnSpPr>
            <a:stCxn id="99" idx="3"/>
            <a:endCxn id="100" idx="1"/>
          </p:cNvCxnSpPr>
          <p:nvPr/>
        </p:nvCxnSpPr>
        <p:spPr>
          <a:xfrm flipH="1" rot="10800000">
            <a:off x="10415868" y="2233873"/>
            <a:ext cx="483600" cy="57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31" name="Google Shape;131;g3f9b87bcd83_0_0"/>
          <p:cNvCxnSpPr>
            <a:stCxn id="126" idx="3"/>
            <a:endCxn id="101" idx="1"/>
          </p:cNvCxnSpPr>
          <p:nvPr/>
        </p:nvCxnSpPr>
        <p:spPr>
          <a:xfrm>
            <a:off x="10471413" y="3482606"/>
            <a:ext cx="428700" cy="30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32" name="Google Shape;132;g3f9b87bcd83_0_0"/>
          <p:cNvCxnSpPr>
            <a:stCxn id="101" idx="2"/>
            <a:endCxn id="103" idx="0"/>
          </p:cNvCxnSpPr>
          <p:nvPr/>
        </p:nvCxnSpPr>
        <p:spPr>
          <a:xfrm flipH="1">
            <a:off x="11215886" y="3634495"/>
            <a:ext cx="600" cy="2067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33" name="Google Shape;133;g3f9b87bcd83_0_0"/>
          <p:cNvCxnSpPr>
            <a:stCxn id="103" idx="2"/>
            <a:endCxn id="104" idx="0"/>
          </p:cNvCxnSpPr>
          <p:nvPr/>
        </p:nvCxnSpPr>
        <p:spPr>
          <a:xfrm>
            <a:off x="11215838" y="4106927"/>
            <a:ext cx="0" cy="1794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34" name="Google Shape;134;g3f9b87bcd83_0_0"/>
          <p:cNvCxnSpPr>
            <a:stCxn id="104" idx="2"/>
            <a:endCxn id="105" idx="0"/>
          </p:cNvCxnSpPr>
          <p:nvPr/>
        </p:nvCxnSpPr>
        <p:spPr>
          <a:xfrm>
            <a:off x="11215833" y="4584207"/>
            <a:ext cx="5100" cy="2601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35" name="Google Shape;135;g3f9b87bcd83_0_0"/>
          <p:cNvCxnSpPr>
            <a:stCxn id="105" idx="2"/>
            <a:endCxn id="106" idx="0"/>
          </p:cNvCxnSpPr>
          <p:nvPr/>
        </p:nvCxnSpPr>
        <p:spPr>
          <a:xfrm>
            <a:off x="11220971" y="5258738"/>
            <a:ext cx="0" cy="2337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36" name="Google Shape;136;g3f9b87bcd83_0_0"/>
          <p:cNvSpPr/>
          <p:nvPr/>
        </p:nvSpPr>
        <p:spPr>
          <a:xfrm>
            <a:off x="7507983" y="6264478"/>
            <a:ext cx="343440" cy="111510"/>
          </a:xfrm>
          <a:prstGeom prst="flowChartTerminator">
            <a:avLst/>
          </a:prstGeom>
          <a:gradFill>
            <a:gsLst>
              <a:gs pos="0">
                <a:srgbClr val="A6D49D"/>
              </a:gs>
              <a:gs pos="50000">
                <a:srgbClr val="99C991"/>
              </a:gs>
              <a:gs pos="100000">
                <a:srgbClr val="88C57C"/>
              </a:gs>
            </a:gsLst>
            <a:lin ang="5400012" scaled="0"/>
          </a:gradFill>
          <a:ln cap="flat" cmpd="sng" w="9525">
            <a:solidFill>
              <a:srgbClr val="EEFF4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f9b87bcd83_0_0"/>
          <p:cNvSpPr/>
          <p:nvPr/>
        </p:nvSpPr>
        <p:spPr>
          <a:xfrm>
            <a:off x="7469342" y="6528360"/>
            <a:ext cx="420721" cy="183957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f9b87bcd83_0_0"/>
          <p:cNvSpPr/>
          <p:nvPr/>
        </p:nvSpPr>
        <p:spPr>
          <a:xfrm>
            <a:off x="8497954" y="6521005"/>
            <a:ext cx="562515" cy="229767"/>
          </a:xfrm>
          <a:prstGeom prst="flowChartDecision">
            <a:avLst/>
          </a:prstGeom>
          <a:gradFill>
            <a:gsLst>
              <a:gs pos="0">
                <a:srgbClr val="D09DC7"/>
              </a:gs>
              <a:gs pos="50000">
                <a:srgbClr val="C490BC"/>
              </a:gs>
              <a:gs pos="100000">
                <a:srgbClr val="BF7CB5"/>
              </a:gs>
            </a:gsLst>
            <a:lin ang="5400012" scaled="0"/>
          </a:gradFill>
          <a:ln cap="flat" cmpd="sng" w="9525">
            <a:solidFill>
              <a:srgbClr val="0097A7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f9b87bcd83_0_0"/>
          <p:cNvSpPr/>
          <p:nvPr/>
        </p:nvSpPr>
        <p:spPr>
          <a:xfrm>
            <a:off x="8644087" y="6256815"/>
            <a:ext cx="265626" cy="157950"/>
          </a:xfrm>
          <a:prstGeom prst="flowChartDocumen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12" scaled="0"/>
          </a:gradFill>
          <a:ln cap="flat" cmpd="sng" w="9525">
            <a:solidFill>
              <a:srgbClr val="21212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f9b87bcd83_0_0"/>
          <p:cNvSpPr/>
          <p:nvPr/>
        </p:nvSpPr>
        <p:spPr>
          <a:xfrm>
            <a:off x="9677054" y="6201497"/>
            <a:ext cx="328393" cy="244328"/>
          </a:xfrm>
          <a:prstGeom prst="flowChartInternalStorag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12" scaled="0"/>
          </a:gradFill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f9b87bcd83_0_0"/>
          <p:cNvSpPr/>
          <p:nvPr/>
        </p:nvSpPr>
        <p:spPr>
          <a:xfrm>
            <a:off x="9677054" y="6536401"/>
            <a:ext cx="328393" cy="170775"/>
          </a:xfrm>
          <a:prstGeom prst="flowChartManualInput">
            <a:avLst/>
          </a:prstGeom>
          <a:solidFill>
            <a:srgbClr val="FFFFFF"/>
          </a:solidFill>
          <a:ln cap="flat" cmpd="sng" w="14300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f9b87bcd83_0_0"/>
          <p:cNvSpPr txBox="1"/>
          <p:nvPr/>
        </p:nvSpPr>
        <p:spPr>
          <a:xfrm>
            <a:off x="7902548" y="6221140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Terminator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f9b87bcd83_0_0"/>
          <p:cNvSpPr txBox="1"/>
          <p:nvPr/>
        </p:nvSpPr>
        <p:spPr>
          <a:xfrm>
            <a:off x="7902543" y="6525912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Process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4" name="Google Shape;144;g3f9b87bcd83_0_0"/>
          <p:cNvSpPr txBox="1"/>
          <p:nvPr/>
        </p:nvSpPr>
        <p:spPr>
          <a:xfrm>
            <a:off x="9022220" y="6228430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Document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5" name="Google Shape;145;g3f9b87bcd83_0_0"/>
          <p:cNvSpPr txBox="1"/>
          <p:nvPr/>
        </p:nvSpPr>
        <p:spPr>
          <a:xfrm>
            <a:off x="9090518" y="6541461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Decision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f9b87bcd83_0_0"/>
          <p:cNvSpPr txBox="1"/>
          <p:nvPr/>
        </p:nvSpPr>
        <p:spPr>
          <a:xfrm>
            <a:off x="11289273" y="6201491"/>
            <a:ext cx="84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Or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f9b87bcd83_0_0"/>
          <p:cNvSpPr txBox="1"/>
          <p:nvPr/>
        </p:nvSpPr>
        <p:spPr>
          <a:xfrm>
            <a:off x="10170473" y="6524485"/>
            <a:ext cx="84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Manual Input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8" name="Google Shape;148;g3f9b87bcd83_0_0"/>
          <p:cNvSpPr/>
          <p:nvPr/>
        </p:nvSpPr>
        <p:spPr>
          <a:xfrm>
            <a:off x="5746020" y="3709172"/>
            <a:ext cx="290700" cy="264300"/>
          </a:xfrm>
          <a:prstGeom prst="flowChartOr">
            <a:avLst/>
          </a:prstGeom>
          <a:gradFill>
            <a:gsLst>
              <a:gs pos="0">
                <a:srgbClr val="9BADBE"/>
              </a:gs>
              <a:gs pos="50000">
                <a:srgbClr val="8DA1B2"/>
              </a:gs>
              <a:gs pos="100000">
                <a:srgbClr val="7893AA"/>
              </a:gs>
            </a:gsLst>
            <a:lin ang="5400012" scaled="0"/>
          </a:gradFill>
          <a:ln cap="flat" cmpd="sng" w="9525">
            <a:solidFill>
              <a:srgbClr val="4285F4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g3f9b87bcd83_0_0"/>
          <p:cNvCxnSpPr>
            <a:stCxn id="96" idx="2"/>
            <a:endCxn id="148" idx="0"/>
          </p:cNvCxnSpPr>
          <p:nvPr/>
        </p:nvCxnSpPr>
        <p:spPr>
          <a:xfrm flipH="1">
            <a:off x="5891278" y="3484800"/>
            <a:ext cx="1200" cy="2244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50" name="Google Shape;150;g3f9b87bcd83_0_0"/>
          <p:cNvSpPr/>
          <p:nvPr/>
        </p:nvSpPr>
        <p:spPr>
          <a:xfrm>
            <a:off x="5948427" y="4279622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Coordinate shipping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g3f9b87bcd83_0_0"/>
          <p:cNvCxnSpPr>
            <a:stCxn id="148" idx="2"/>
            <a:endCxn id="127" idx="0"/>
          </p:cNvCxnSpPr>
          <p:nvPr/>
        </p:nvCxnSpPr>
        <p:spPr>
          <a:xfrm flipH="1">
            <a:off x="5562720" y="3841322"/>
            <a:ext cx="183300" cy="433200"/>
          </a:xfrm>
          <a:prstGeom prst="bentConnector2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52" name="Google Shape;152;g3f9b87bcd83_0_0"/>
          <p:cNvCxnSpPr>
            <a:stCxn id="148" idx="6"/>
            <a:endCxn id="150" idx="0"/>
          </p:cNvCxnSpPr>
          <p:nvPr/>
        </p:nvCxnSpPr>
        <p:spPr>
          <a:xfrm>
            <a:off x="6036720" y="3841322"/>
            <a:ext cx="228000" cy="438300"/>
          </a:xfrm>
          <a:prstGeom prst="bentConnector2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53" name="Google Shape;153;g3f9b87bcd83_0_0"/>
          <p:cNvCxnSpPr>
            <a:stCxn id="127" idx="2"/>
            <a:endCxn id="114" idx="2"/>
          </p:cNvCxnSpPr>
          <p:nvPr/>
        </p:nvCxnSpPr>
        <p:spPr>
          <a:xfrm flipH="1" rot="-5400000">
            <a:off x="5920458" y="4214620"/>
            <a:ext cx="582900" cy="1298400"/>
          </a:xfrm>
          <a:prstGeom prst="bentConnector3">
            <a:avLst>
              <a:gd fmla="val 140845" name="adj1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14" name="Google Shape;114;g3f9b87bcd83_0_0"/>
          <p:cNvSpPr/>
          <p:nvPr/>
        </p:nvSpPr>
        <p:spPr>
          <a:xfrm>
            <a:off x="6778536" y="4864457"/>
            <a:ext cx="165355" cy="290774"/>
          </a:xfrm>
          <a:prstGeom prst="flowChartCollate">
            <a:avLst/>
          </a:prstGeom>
          <a:gradFill>
            <a:gsLst>
              <a:gs pos="0">
                <a:srgbClr val="9BADBE"/>
              </a:gs>
              <a:gs pos="50000">
                <a:srgbClr val="8DA1B2"/>
              </a:gs>
              <a:gs pos="100000">
                <a:srgbClr val="7893AA"/>
              </a:gs>
            </a:gsLst>
            <a:lin ang="5400012" scaled="0"/>
          </a:gradFill>
          <a:ln cap="flat" cmpd="sng" w="9525">
            <a:solidFill>
              <a:srgbClr val="4285F4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g3f9b87bcd83_0_0"/>
          <p:cNvCxnSpPr>
            <a:stCxn id="114" idx="0"/>
            <a:endCxn id="155" idx="1"/>
          </p:cNvCxnSpPr>
          <p:nvPr/>
        </p:nvCxnSpPr>
        <p:spPr>
          <a:xfrm rot="-5400000">
            <a:off x="6832863" y="4533107"/>
            <a:ext cx="359700" cy="303000"/>
          </a:xfrm>
          <a:prstGeom prst="bentConnector2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56" name="Google Shape;156;g3f9b87bcd83_0_0"/>
          <p:cNvSpPr/>
          <p:nvPr/>
        </p:nvSpPr>
        <p:spPr>
          <a:xfrm>
            <a:off x="11013485" y="6213873"/>
            <a:ext cx="166800" cy="184800"/>
          </a:xfrm>
          <a:prstGeom prst="flowChartOr">
            <a:avLst/>
          </a:prstGeom>
          <a:gradFill>
            <a:gsLst>
              <a:gs pos="0">
                <a:srgbClr val="9BADBE"/>
              </a:gs>
              <a:gs pos="50000">
                <a:srgbClr val="8DA1B2"/>
              </a:gs>
              <a:gs pos="100000">
                <a:srgbClr val="7893AA"/>
              </a:gs>
            </a:gsLst>
            <a:lin ang="5400012" scaled="0"/>
          </a:gradFill>
          <a:ln cap="flat" cmpd="sng" w="9525">
            <a:solidFill>
              <a:srgbClr val="4285F4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f9b87bcd83_0_0"/>
          <p:cNvSpPr/>
          <p:nvPr/>
        </p:nvSpPr>
        <p:spPr>
          <a:xfrm>
            <a:off x="11043199" y="6528826"/>
            <a:ext cx="107357" cy="158828"/>
          </a:xfrm>
          <a:prstGeom prst="flowChartCollate">
            <a:avLst/>
          </a:prstGeom>
          <a:gradFill>
            <a:gsLst>
              <a:gs pos="0">
                <a:srgbClr val="9BADBE"/>
              </a:gs>
              <a:gs pos="50000">
                <a:srgbClr val="8DA1B2"/>
              </a:gs>
              <a:gs pos="100000">
                <a:srgbClr val="7893AA"/>
              </a:gs>
            </a:gsLst>
            <a:lin ang="5400012" scaled="0"/>
          </a:gradFill>
          <a:ln cap="flat" cmpd="sng" w="9525">
            <a:solidFill>
              <a:srgbClr val="4285F4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f9b87bcd83_0_0"/>
          <p:cNvSpPr txBox="1"/>
          <p:nvPr/>
        </p:nvSpPr>
        <p:spPr>
          <a:xfrm>
            <a:off x="11289273" y="6528826"/>
            <a:ext cx="84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Collate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f9b87bcd83_0_0"/>
          <p:cNvSpPr txBox="1"/>
          <p:nvPr/>
        </p:nvSpPr>
        <p:spPr>
          <a:xfrm>
            <a:off x="10156106" y="6221152"/>
            <a:ext cx="84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Internal Storage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" name="Google Shape;160;g3f9b87bcd83_0_0"/>
          <p:cNvSpPr txBox="1"/>
          <p:nvPr/>
        </p:nvSpPr>
        <p:spPr>
          <a:xfrm>
            <a:off x="1581558" y="2497510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Supervisor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1" name="Google Shape;161;g3f9b87bcd83_0_0"/>
          <p:cNvSpPr txBox="1"/>
          <p:nvPr/>
        </p:nvSpPr>
        <p:spPr>
          <a:xfrm>
            <a:off x="4824813" y="4702125"/>
            <a:ext cx="265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2" name="Google Shape;162;g3f9b87bcd83_0_0"/>
          <p:cNvSpPr txBox="1"/>
          <p:nvPr/>
        </p:nvSpPr>
        <p:spPr>
          <a:xfrm>
            <a:off x="2263243" y="4442275"/>
            <a:ext cx="265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Yes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" name="Google Shape;163;g3f9b87bcd83_0_0"/>
          <p:cNvSpPr txBox="1"/>
          <p:nvPr/>
        </p:nvSpPr>
        <p:spPr>
          <a:xfrm>
            <a:off x="2699217" y="4048725"/>
            <a:ext cx="214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4" name="Google Shape;164;g3f9b87bcd83_0_0"/>
          <p:cNvSpPr txBox="1"/>
          <p:nvPr/>
        </p:nvSpPr>
        <p:spPr>
          <a:xfrm>
            <a:off x="2156474" y="5067350"/>
            <a:ext cx="265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Yes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5" name="Google Shape;165;g3f9b87bcd83_0_0"/>
          <p:cNvSpPr txBox="1"/>
          <p:nvPr/>
        </p:nvSpPr>
        <p:spPr>
          <a:xfrm>
            <a:off x="4445399" y="2478747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Supervisor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g3f9b87bcd83_0_0"/>
          <p:cNvSpPr txBox="1"/>
          <p:nvPr/>
        </p:nvSpPr>
        <p:spPr>
          <a:xfrm>
            <a:off x="4468261" y="2967898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Supervisor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7" name="Google Shape;167;g3f9b87bcd83_0_0"/>
          <p:cNvSpPr txBox="1"/>
          <p:nvPr/>
        </p:nvSpPr>
        <p:spPr>
          <a:xfrm>
            <a:off x="4514086" y="5121948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Prod. Manager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8" name="Google Shape;168;g3f9b87bcd83_0_0"/>
          <p:cNvSpPr txBox="1"/>
          <p:nvPr/>
        </p:nvSpPr>
        <p:spPr>
          <a:xfrm>
            <a:off x="4342732" y="5025275"/>
            <a:ext cx="228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Yes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9" name="Google Shape;169;g3f9b87bcd83_0_0"/>
          <p:cNvSpPr txBox="1"/>
          <p:nvPr/>
        </p:nvSpPr>
        <p:spPr>
          <a:xfrm>
            <a:off x="4446467" y="3939447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Supervisor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g3f9b87bcd83_0_0"/>
          <p:cNvSpPr txBox="1"/>
          <p:nvPr/>
        </p:nvSpPr>
        <p:spPr>
          <a:xfrm>
            <a:off x="8226800" y="4193138"/>
            <a:ext cx="61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Technician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g3f9b87bcd83_0_0"/>
          <p:cNvSpPr txBox="1"/>
          <p:nvPr/>
        </p:nvSpPr>
        <p:spPr>
          <a:xfrm>
            <a:off x="9930331" y="3080475"/>
            <a:ext cx="228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Yes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2" name="Google Shape;172;g3f9b87bcd83_0_0"/>
          <p:cNvSpPr txBox="1"/>
          <p:nvPr/>
        </p:nvSpPr>
        <p:spPr>
          <a:xfrm>
            <a:off x="9931355" y="1863288"/>
            <a:ext cx="34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Yes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3" name="Google Shape;173;g3f9b87bcd83_0_0"/>
          <p:cNvSpPr txBox="1"/>
          <p:nvPr/>
        </p:nvSpPr>
        <p:spPr>
          <a:xfrm>
            <a:off x="10333947" y="3300113"/>
            <a:ext cx="214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4" name="Google Shape;174;g3f9b87bcd83_0_0"/>
          <p:cNvSpPr txBox="1"/>
          <p:nvPr/>
        </p:nvSpPr>
        <p:spPr>
          <a:xfrm>
            <a:off x="11215816" y="3208693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Technician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5" name="Google Shape;175;g3f9b87bcd83_0_0"/>
          <p:cNvSpPr txBox="1"/>
          <p:nvPr/>
        </p:nvSpPr>
        <p:spPr>
          <a:xfrm>
            <a:off x="5575888" y="4105920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Supervisor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g3f9b87bcd83_0_0"/>
          <p:cNvSpPr txBox="1"/>
          <p:nvPr/>
        </p:nvSpPr>
        <p:spPr>
          <a:xfrm>
            <a:off x="11220969" y="4136719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Supervisor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7" name="Google Shape;177;g3f9b87bcd83_0_0"/>
          <p:cNvSpPr txBox="1"/>
          <p:nvPr/>
        </p:nvSpPr>
        <p:spPr>
          <a:xfrm>
            <a:off x="2699225" y="4657963"/>
            <a:ext cx="265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8" name="Google Shape;178;g3f9b87bcd83_0_0"/>
          <p:cNvSpPr txBox="1"/>
          <p:nvPr/>
        </p:nvSpPr>
        <p:spPr>
          <a:xfrm>
            <a:off x="11118075" y="1931350"/>
            <a:ext cx="61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Supervisor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9" name="Google Shape;179;g3f9b87bcd83_0_0"/>
          <p:cNvSpPr txBox="1"/>
          <p:nvPr/>
        </p:nvSpPr>
        <p:spPr>
          <a:xfrm>
            <a:off x="5993544" y="2444677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Purchasing Area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80" name="Google Shape;180;g3f9b87bcd83_0_0"/>
          <p:cNvCxnSpPr>
            <a:stCxn id="108" idx="2"/>
            <a:endCxn id="85" idx="0"/>
          </p:cNvCxnSpPr>
          <p:nvPr/>
        </p:nvCxnSpPr>
        <p:spPr>
          <a:xfrm flipH="1">
            <a:off x="1523045" y="1730922"/>
            <a:ext cx="504000" cy="392100"/>
          </a:xfrm>
          <a:prstGeom prst="bentConnector2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81" name="Google Shape;181;g3f9b87bcd83_0_0"/>
          <p:cNvCxnSpPr>
            <a:stCxn id="88" idx="2"/>
            <a:endCxn id="89" idx="0"/>
          </p:cNvCxnSpPr>
          <p:nvPr/>
        </p:nvCxnSpPr>
        <p:spPr>
          <a:xfrm flipH="1" rot="-5400000">
            <a:off x="1570463" y="3307742"/>
            <a:ext cx="483600" cy="802800"/>
          </a:xfrm>
          <a:prstGeom prst="bentConnector3">
            <a:avLst>
              <a:gd fmla="val 51391" name="adj1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82" name="Google Shape;182;g3f9b87bcd83_0_0"/>
          <p:cNvSpPr/>
          <p:nvPr/>
        </p:nvSpPr>
        <p:spPr>
          <a:xfrm>
            <a:off x="2515567" y="2098198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Notify requirement to Maintenance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g3f9b87bcd83_0_0"/>
          <p:cNvCxnSpPr>
            <a:stCxn id="182" idx="2"/>
            <a:endCxn id="184" idx="0"/>
          </p:cNvCxnSpPr>
          <p:nvPr/>
        </p:nvCxnSpPr>
        <p:spPr>
          <a:xfrm>
            <a:off x="2831978" y="2396079"/>
            <a:ext cx="600" cy="1527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85" name="Google Shape;185;g3f9b87bcd83_0_0"/>
          <p:cNvSpPr txBox="1"/>
          <p:nvPr/>
        </p:nvSpPr>
        <p:spPr>
          <a:xfrm>
            <a:off x="2886951" y="1931350"/>
            <a:ext cx="1074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Operator / Supervisor / Manager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4" name="Google Shape;184;g3f9b87bcd83_0_0"/>
          <p:cNvSpPr/>
          <p:nvPr/>
        </p:nvSpPr>
        <p:spPr>
          <a:xfrm>
            <a:off x="2542063" y="2548713"/>
            <a:ext cx="580932" cy="284526"/>
          </a:xfrm>
          <a:prstGeom prst="flowChartDocumen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12" scaled="0"/>
          </a:gradFill>
          <a:ln cap="flat" cmpd="sng" w="9525">
            <a:solidFill>
              <a:srgbClr val="21212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 Order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g3f9b87bcd83_0_0"/>
          <p:cNvCxnSpPr>
            <a:stCxn id="108" idx="6"/>
            <a:endCxn id="182" idx="0"/>
          </p:cNvCxnSpPr>
          <p:nvPr/>
        </p:nvCxnSpPr>
        <p:spPr>
          <a:xfrm>
            <a:off x="2317745" y="1730922"/>
            <a:ext cx="514200" cy="367200"/>
          </a:xfrm>
          <a:prstGeom prst="bentConnector2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87" name="Google Shape;187;g3f9b87bcd83_0_0"/>
          <p:cNvCxnSpPr>
            <a:stCxn id="184" idx="2"/>
            <a:endCxn id="99" idx="1"/>
          </p:cNvCxnSpPr>
          <p:nvPr/>
        </p:nvCxnSpPr>
        <p:spPr>
          <a:xfrm rot="-5400000">
            <a:off x="5817529" y="-745371"/>
            <a:ext cx="574800" cy="6544800"/>
          </a:xfrm>
          <a:prstGeom prst="bentConnector4">
            <a:avLst>
              <a:gd fmla="val -42559" name="adj1"/>
              <a:gd fmla="val 8113" name="adj2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88" name="Google Shape;188;g3f9b87bcd83_0_0"/>
          <p:cNvCxnSpPr>
            <a:stCxn id="99" idx="0"/>
            <a:endCxn id="89" idx="1"/>
          </p:cNvCxnSpPr>
          <p:nvPr/>
        </p:nvCxnSpPr>
        <p:spPr>
          <a:xfrm rot="5400000">
            <a:off x="4702122" y="-1005891"/>
            <a:ext cx="2186700" cy="8202300"/>
          </a:xfrm>
          <a:prstGeom prst="bentConnector4">
            <a:avLst>
              <a:gd fmla="val -45268" name="adj1"/>
              <a:gd fmla="val 116211" name="adj2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89" name="Google Shape;189;g3f9b87bcd83_0_0"/>
          <p:cNvSpPr txBox="1"/>
          <p:nvPr/>
        </p:nvSpPr>
        <p:spPr>
          <a:xfrm>
            <a:off x="1328724" y="1584625"/>
            <a:ext cx="429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Preventive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0" name="Google Shape;190;g3f9b87bcd83_0_0"/>
          <p:cNvSpPr txBox="1"/>
          <p:nvPr/>
        </p:nvSpPr>
        <p:spPr>
          <a:xfrm>
            <a:off x="2666599" y="1584613"/>
            <a:ext cx="481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Corrective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1" name="Google Shape;191;g3f9b87bcd83_0_0"/>
          <p:cNvSpPr txBox="1"/>
          <p:nvPr/>
        </p:nvSpPr>
        <p:spPr>
          <a:xfrm>
            <a:off x="10290922" y="2054200"/>
            <a:ext cx="214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2" name="Google Shape;192;g3f9b87bcd83_0_0"/>
          <p:cNvSpPr/>
          <p:nvPr/>
        </p:nvSpPr>
        <p:spPr>
          <a:xfrm>
            <a:off x="8063655" y="4355865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Carry out preventive maintenance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g3f9b87bcd83_0_0"/>
          <p:cNvCxnSpPr>
            <a:stCxn id="155" idx="3"/>
            <a:endCxn id="192" idx="1"/>
          </p:cNvCxnSpPr>
          <p:nvPr/>
        </p:nvCxnSpPr>
        <p:spPr>
          <a:xfrm>
            <a:off x="7797076" y="4504818"/>
            <a:ext cx="266700" cy="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94" name="Google Shape;194;g3f9b87bcd83_0_0"/>
          <p:cNvCxnSpPr>
            <a:stCxn id="192" idx="3"/>
            <a:endCxn id="126" idx="1"/>
          </p:cNvCxnSpPr>
          <p:nvPr/>
        </p:nvCxnSpPr>
        <p:spPr>
          <a:xfrm flipH="1" rot="10800000">
            <a:off x="8696476" y="3482706"/>
            <a:ext cx="625500" cy="1022100"/>
          </a:xfrm>
          <a:prstGeom prst="bentConnector3">
            <a:avLst>
              <a:gd fmla="val 49989" name="adj1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95" name="Google Shape;195;g3f9b87bcd83_0_0"/>
          <p:cNvSpPr txBox="1"/>
          <p:nvPr/>
        </p:nvSpPr>
        <p:spPr>
          <a:xfrm>
            <a:off x="7411863" y="4193145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Supervisor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6" name="Google Shape;116;g3f9b87bcd83_0_0"/>
          <p:cNvSpPr/>
          <p:nvPr/>
        </p:nvSpPr>
        <p:spPr>
          <a:xfrm>
            <a:off x="3581875" y="3459782"/>
            <a:ext cx="165355" cy="290774"/>
          </a:xfrm>
          <a:prstGeom prst="flowChartCollate">
            <a:avLst/>
          </a:prstGeom>
          <a:gradFill>
            <a:gsLst>
              <a:gs pos="0">
                <a:srgbClr val="9BADBE"/>
              </a:gs>
              <a:gs pos="50000">
                <a:srgbClr val="8DA1B2"/>
              </a:gs>
              <a:gs pos="100000">
                <a:srgbClr val="7893AA"/>
              </a:gs>
            </a:gsLst>
            <a:lin ang="5400012" scaled="0"/>
          </a:gradFill>
          <a:ln cap="flat" cmpd="sng" w="9525">
            <a:solidFill>
              <a:srgbClr val="4285F4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g3f9b87bcd83_0_0"/>
          <p:cNvCxnSpPr>
            <a:stCxn id="116" idx="0"/>
            <a:endCxn id="91" idx="1"/>
          </p:cNvCxnSpPr>
          <p:nvPr/>
        </p:nvCxnSpPr>
        <p:spPr>
          <a:xfrm rot="-5400000">
            <a:off x="3502853" y="2908382"/>
            <a:ext cx="713100" cy="389700"/>
          </a:xfrm>
          <a:prstGeom prst="bentConnector2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23" name="Google Shape;123;g3f9b87bcd83_0_0"/>
          <p:cNvSpPr/>
          <p:nvPr/>
        </p:nvSpPr>
        <p:spPr>
          <a:xfrm>
            <a:off x="5032737" y="3668032"/>
            <a:ext cx="165355" cy="290774"/>
          </a:xfrm>
          <a:prstGeom prst="flowChartCollate">
            <a:avLst/>
          </a:prstGeom>
          <a:gradFill>
            <a:gsLst>
              <a:gs pos="0">
                <a:srgbClr val="9BADBE"/>
              </a:gs>
              <a:gs pos="50000">
                <a:srgbClr val="8DA1B2"/>
              </a:gs>
              <a:gs pos="100000">
                <a:srgbClr val="7893AA"/>
              </a:gs>
            </a:gsLst>
            <a:lin ang="5400012" scaled="0"/>
          </a:gradFill>
          <a:ln cap="flat" cmpd="sng" w="9525">
            <a:solidFill>
              <a:srgbClr val="4285F4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g3f9b87bcd83_0_0"/>
          <p:cNvCxnSpPr>
            <a:stCxn id="123" idx="0"/>
            <a:endCxn id="95" idx="1"/>
          </p:cNvCxnSpPr>
          <p:nvPr/>
        </p:nvCxnSpPr>
        <p:spPr>
          <a:xfrm rot="-5400000">
            <a:off x="4888915" y="2981032"/>
            <a:ext cx="913500" cy="460500"/>
          </a:xfrm>
          <a:prstGeom prst="bentConnector2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98" name="Google Shape;198;g3f9b87bcd83_0_0"/>
          <p:cNvSpPr txBox="1"/>
          <p:nvPr/>
        </p:nvSpPr>
        <p:spPr>
          <a:xfrm>
            <a:off x="411751" y="233175"/>
            <a:ext cx="8320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Maintenance Workflow</a:t>
            </a:r>
            <a:endParaRPr b="0" i="0" sz="3750" u="none" cap="none" strike="noStrike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cxnSp>
        <p:nvCxnSpPr>
          <p:cNvPr id="199" name="Google Shape;199;g3f9b87bcd83_0_0"/>
          <p:cNvCxnSpPr>
            <a:stCxn id="150" idx="2"/>
            <a:endCxn id="200" idx="0"/>
          </p:cNvCxnSpPr>
          <p:nvPr/>
        </p:nvCxnSpPr>
        <p:spPr>
          <a:xfrm>
            <a:off x="6264838" y="4577503"/>
            <a:ext cx="0" cy="2577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201" name="Google Shape;201;g3f9b87bcd83_0_0"/>
          <p:cNvCxnSpPr>
            <a:stCxn id="200" idx="2"/>
            <a:endCxn id="114" idx="2"/>
          </p:cNvCxnSpPr>
          <p:nvPr/>
        </p:nvCxnSpPr>
        <p:spPr>
          <a:xfrm flipH="1" rot="-5400000">
            <a:off x="6551938" y="4845991"/>
            <a:ext cx="22200" cy="596400"/>
          </a:xfrm>
          <a:prstGeom prst="bentConnector3">
            <a:avLst>
              <a:gd fmla="val 1172365" name="adj1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200" name="Google Shape;200;g3f9b87bcd83_0_0"/>
          <p:cNvSpPr/>
          <p:nvPr/>
        </p:nvSpPr>
        <p:spPr>
          <a:xfrm>
            <a:off x="5948427" y="4835210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spare part to stock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f9b87bcd83_0_0"/>
          <p:cNvSpPr txBox="1"/>
          <p:nvPr/>
        </p:nvSpPr>
        <p:spPr>
          <a:xfrm>
            <a:off x="5681188" y="4672183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Supervisor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203" name="Google Shape;203;g3f9b87bcd83_0_0"/>
          <p:cNvCxnSpPr>
            <a:stCxn id="100" idx="2"/>
            <a:endCxn id="102" idx="0"/>
          </p:cNvCxnSpPr>
          <p:nvPr/>
        </p:nvCxnSpPr>
        <p:spPr>
          <a:xfrm>
            <a:off x="11215837" y="2382813"/>
            <a:ext cx="0" cy="2862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55" name="Google Shape;155;g3f9b87bcd83_0_0"/>
          <p:cNvSpPr/>
          <p:nvPr/>
        </p:nvSpPr>
        <p:spPr>
          <a:xfrm>
            <a:off x="7164255" y="4355877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Coordinate </a:t>
            </a: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</a:t>
            </a: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production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f9b87bcd83_0_0"/>
          <p:cNvSpPr/>
          <p:nvPr/>
        </p:nvSpPr>
        <p:spPr>
          <a:xfrm>
            <a:off x="2027045" y="1598772"/>
            <a:ext cx="290700" cy="264300"/>
          </a:xfrm>
          <a:prstGeom prst="flowChartOr">
            <a:avLst/>
          </a:prstGeom>
          <a:gradFill>
            <a:gsLst>
              <a:gs pos="0">
                <a:srgbClr val="9BADBE"/>
              </a:gs>
              <a:gs pos="50000">
                <a:srgbClr val="8DA1B2"/>
              </a:gs>
              <a:gs pos="100000">
                <a:srgbClr val="7893AA"/>
              </a:gs>
            </a:gsLst>
            <a:lin ang="5400012" scaled="0"/>
          </a:gradFill>
          <a:ln cap="flat" cmpd="sng" w="9525">
            <a:solidFill>
              <a:srgbClr val="4285F4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