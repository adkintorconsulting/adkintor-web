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Urbanist Medium"/>
      <p:regular r:id="rId7"/>
      <p:bold r:id="rId8"/>
      <p:italic r:id="rId9"/>
      <p:boldItalic r:id="rId10"/>
    </p:embeddedFon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rK8KIKHJqf1abJiiDhoz54zU0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font" Target="fonts/UrbanistMedium-boldItalic.fntdata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italic.fntdata"/><Relationship Id="rId15" Type="http://customschemas.google.com/relationships/presentationmetadata" Target="metadata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UrbanistMedium-regular.fntdata"/><Relationship Id="rId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/>
        </p:nvSpPr>
        <p:spPr>
          <a:xfrm>
            <a:off x="257775" y="310650"/>
            <a:ext cx="93123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Preventive Maintenance Workflow</a:t>
            </a:r>
            <a:endParaRPr b="0" i="0" sz="40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40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0" i="0" sz="40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2005358" y="2193147"/>
            <a:ext cx="685800" cy="226314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2057796" y="2591558"/>
            <a:ext cx="580932" cy="342684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Maintenance plan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2031846" y="310516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Weekly Programming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2776814" y="2556178"/>
            <a:ext cx="632821" cy="316711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Previous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1900623" y="3573925"/>
            <a:ext cx="779166" cy="376110"/>
          </a:xfrm>
          <a:prstGeom prst="flowChartMulti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 &amp; Check List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1779407" y="4120868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the technical scope been reviewed?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1779407" y="4766802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all the resources available?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4012642" y="2233300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requirement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4011463" y="2663164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Quotes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/>
          <p:nvPr/>
        </p:nvSpPr>
        <p:spPr>
          <a:xfrm>
            <a:off x="4011463" y="3539699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PO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4038002" y="3093028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Quote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5499960" y="2613747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request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5526062" y="3227359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6810205" y="3312777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Carry out preventive maintenance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3808627" y="3999752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Exceeds the maximum amount?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4011463" y="4609328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amount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7656588" y="2458959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a priority?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8909326" y="2547682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for next PM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8909325" y="3312777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report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9641475" y="2252985"/>
            <a:ext cx="685800" cy="316712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for next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8934622" y="3817373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order completed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8908672" y="4262488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 Work Order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8935533" y="4820557"/>
            <a:ext cx="589376" cy="414343"/>
          </a:xfrm>
          <a:prstGeom prst="flowChartInternalStorag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Archive documents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9772415" y="4914571"/>
            <a:ext cx="685800" cy="226314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1"/>
          <p:cNvCxnSpPr>
            <a:stCxn id="85" idx="2"/>
            <a:endCxn id="86" idx="0"/>
          </p:cNvCxnSpPr>
          <p:nvPr/>
        </p:nvCxnSpPr>
        <p:spPr>
          <a:xfrm>
            <a:off x="2348258" y="2419461"/>
            <a:ext cx="0" cy="172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0" name="Google Shape;110;p11"/>
          <p:cNvCxnSpPr>
            <a:stCxn id="86" idx="2"/>
            <a:endCxn id="87" idx="0"/>
          </p:cNvCxnSpPr>
          <p:nvPr/>
        </p:nvCxnSpPr>
        <p:spPr>
          <a:xfrm>
            <a:off x="2348262" y="2911587"/>
            <a:ext cx="0" cy="1935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1" name="Google Shape;111;p11"/>
          <p:cNvCxnSpPr>
            <a:stCxn id="87" idx="2"/>
            <a:endCxn id="89" idx="0"/>
          </p:cNvCxnSpPr>
          <p:nvPr/>
        </p:nvCxnSpPr>
        <p:spPr>
          <a:xfrm flipH="1">
            <a:off x="2343757" y="3403046"/>
            <a:ext cx="4500" cy="171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2" name="Google Shape;112;p11"/>
          <p:cNvCxnSpPr>
            <a:stCxn id="88" idx="2"/>
            <a:endCxn id="87" idx="3"/>
          </p:cNvCxnSpPr>
          <p:nvPr/>
        </p:nvCxnSpPr>
        <p:spPr>
          <a:xfrm rot="5400000">
            <a:off x="2688225" y="2849189"/>
            <a:ext cx="381300" cy="4287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3" name="Google Shape;113;p11"/>
          <p:cNvCxnSpPr>
            <a:stCxn id="89" idx="2"/>
            <a:endCxn id="90" idx="0"/>
          </p:cNvCxnSpPr>
          <p:nvPr/>
        </p:nvCxnSpPr>
        <p:spPr>
          <a:xfrm flipH="1" rot="-5400000">
            <a:off x="2174825" y="3996992"/>
            <a:ext cx="185100" cy="62700"/>
          </a:xfrm>
          <a:prstGeom prst="bentConnector3">
            <a:avLst>
              <a:gd fmla="val 53629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4" name="Google Shape;114;p11"/>
          <p:cNvCxnSpPr>
            <a:stCxn id="90" idx="2"/>
            <a:endCxn id="91" idx="0"/>
          </p:cNvCxnSpPr>
          <p:nvPr/>
        </p:nvCxnSpPr>
        <p:spPr>
          <a:xfrm>
            <a:off x="2298653" y="4596195"/>
            <a:ext cx="0" cy="170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5" name="Google Shape;115;p11"/>
          <p:cNvCxnSpPr>
            <a:stCxn id="91" idx="2"/>
            <a:endCxn id="98" idx="2"/>
          </p:cNvCxnSpPr>
          <p:nvPr/>
        </p:nvCxnSpPr>
        <p:spPr>
          <a:xfrm rot="-5400000">
            <a:off x="3896903" y="2012479"/>
            <a:ext cx="1631400" cy="4827900"/>
          </a:xfrm>
          <a:prstGeom prst="bentConnector3">
            <a:avLst>
              <a:gd fmla="val -14596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6" name="Google Shape;116;p11"/>
          <p:cNvCxnSpPr>
            <a:stCxn id="91" idx="3"/>
            <a:endCxn id="92" idx="1"/>
          </p:cNvCxnSpPr>
          <p:nvPr/>
        </p:nvCxnSpPr>
        <p:spPr>
          <a:xfrm flipH="1" rot="10800000">
            <a:off x="2817899" y="2382166"/>
            <a:ext cx="1194600" cy="2622300"/>
          </a:xfrm>
          <a:prstGeom prst="bentConnector3">
            <a:avLst>
              <a:gd fmla="val 61609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7" name="Google Shape;117;p11"/>
          <p:cNvCxnSpPr>
            <a:stCxn id="90" idx="3"/>
            <a:endCxn id="92" idx="1"/>
          </p:cNvCxnSpPr>
          <p:nvPr/>
        </p:nvCxnSpPr>
        <p:spPr>
          <a:xfrm flipH="1" rot="10800000">
            <a:off x="2817899" y="2382132"/>
            <a:ext cx="1194600" cy="1976400"/>
          </a:xfrm>
          <a:prstGeom prst="bentConnector3">
            <a:avLst>
              <a:gd fmla="val 61609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8" name="Google Shape;118;p11"/>
          <p:cNvCxnSpPr>
            <a:stCxn id="101" idx="0"/>
            <a:endCxn id="90" idx="1"/>
          </p:cNvCxnSpPr>
          <p:nvPr/>
        </p:nvCxnSpPr>
        <p:spPr>
          <a:xfrm rot="5400000">
            <a:off x="4027884" y="210609"/>
            <a:ext cx="1899600" cy="6396300"/>
          </a:xfrm>
          <a:prstGeom prst="bentConnector4">
            <a:avLst>
              <a:gd fmla="val -33207" name="adj1"/>
              <a:gd fmla="val 103725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9" name="Google Shape;119;p11"/>
          <p:cNvCxnSpPr>
            <a:stCxn id="92" idx="2"/>
            <a:endCxn id="93" idx="0"/>
          </p:cNvCxnSpPr>
          <p:nvPr/>
        </p:nvCxnSpPr>
        <p:spPr>
          <a:xfrm flipH="1">
            <a:off x="4327853" y="2531181"/>
            <a:ext cx="1200" cy="132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0" name="Google Shape;120;p11"/>
          <p:cNvCxnSpPr>
            <a:stCxn id="93" idx="2"/>
            <a:endCxn id="95" idx="0"/>
          </p:cNvCxnSpPr>
          <p:nvPr/>
        </p:nvCxnSpPr>
        <p:spPr>
          <a:xfrm>
            <a:off x="4327874" y="2961045"/>
            <a:ext cx="600" cy="132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1" name="Google Shape;121;p11"/>
          <p:cNvCxnSpPr>
            <a:stCxn id="95" idx="2"/>
            <a:endCxn id="94" idx="0"/>
          </p:cNvCxnSpPr>
          <p:nvPr/>
        </p:nvCxnSpPr>
        <p:spPr>
          <a:xfrm flipH="1">
            <a:off x="4327868" y="3358744"/>
            <a:ext cx="600" cy="1809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2" name="Google Shape;122;p11"/>
          <p:cNvCxnSpPr>
            <a:stCxn id="94" idx="2"/>
            <a:endCxn id="99" idx="0"/>
          </p:cNvCxnSpPr>
          <p:nvPr/>
        </p:nvCxnSpPr>
        <p:spPr>
          <a:xfrm>
            <a:off x="4327874" y="3837580"/>
            <a:ext cx="0" cy="1623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3" name="Google Shape;123;p11"/>
          <p:cNvCxnSpPr>
            <a:stCxn id="99" idx="3"/>
            <a:endCxn id="96" idx="1"/>
          </p:cNvCxnSpPr>
          <p:nvPr/>
        </p:nvCxnSpPr>
        <p:spPr>
          <a:xfrm flipH="1" rot="10800000">
            <a:off x="4847119" y="2762616"/>
            <a:ext cx="652800" cy="1474800"/>
          </a:xfrm>
          <a:prstGeom prst="bentConnector3">
            <a:avLst>
              <a:gd fmla="val 33629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4" name="Google Shape;124;p11"/>
          <p:cNvCxnSpPr>
            <a:stCxn id="99" idx="2"/>
            <a:endCxn id="100" idx="0"/>
          </p:cNvCxnSpPr>
          <p:nvPr/>
        </p:nvCxnSpPr>
        <p:spPr>
          <a:xfrm>
            <a:off x="4327873" y="4475079"/>
            <a:ext cx="0" cy="1341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5" name="Google Shape;125;p11"/>
          <p:cNvCxnSpPr>
            <a:stCxn id="100" idx="2"/>
            <a:endCxn id="96" idx="1"/>
          </p:cNvCxnSpPr>
          <p:nvPr/>
        </p:nvCxnSpPr>
        <p:spPr>
          <a:xfrm rot="-5400000">
            <a:off x="3841724" y="3248959"/>
            <a:ext cx="2144400" cy="1172100"/>
          </a:xfrm>
          <a:prstGeom prst="bentConnector4">
            <a:avLst>
              <a:gd fmla="val -11105" name="adj1"/>
              <a:gd fmla="val 63497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26" name="Google Shape;126;p11"/>
          <p:cNvSpPr/>
          <p:nvPr/>
        </p:nvSpPr>
        <p:spPr>
          <a:xfrm>
            <a:off x="7601061" y="3223730"/>
            <a:ext cx="1149577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it require further intervention?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5170347" y="4282764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the intervention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1"/>
          <p:cNvCxnSpPr>
            <a:stCxn id="96" idx="2"/>
            <a:endCxn id="97" idx="0"/>
          </p:cNvCxnSpPr>
          <p:nvPr/>
        </p:nvCxnSpPr>
        <p:spPr>
          <a:xfrm>
            <a:off x="5816371" y="2911628"/>
            <a:ext cx="300" cy="3156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29" name="Google Shape;129;p11"/>
          <p:cNvCxnSpPr>
            <a:stCxn id="98" idx="3"/>
            <a:endCxn id="126" idx="1"/>
          </p:cNvCxnSpPr>
          <p:nvPr/>
        </p:nvCxnSpPr>
        <p:spPr>
          <a:xfrm flipH="1" rot="10800000">
            <a:off x="7443026" y="3461418"/>
            <a:ext cx="158100" cy="3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0" name="Google Shape;130;p11"/>
          <p:cNvCxnSpPr/>
          <p:nvPr/>
        </p:nvCxnSpPr>
        <p:spPr>
          <a:xfrm rot="10800000">
            <a:off x="8159605" y="2934530"/>
            <a:ext cx="0" cy="289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1" name="Google Shape;131;p11"/>
          <p:cNvCxnSpPr>
            <a:stCxn id="101" idx="3"/>
            <a:endCxn id="102" idx="1"/>
          </p:cNvCxnSpPr>
          <p:nvPr/>
        </p:nvCxnSpPr>
        <p:spPr>
          <a:xfrm>
            <a:off x="8695080" y="2696623"/>
            <a:ext cx="214200" cy="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2" name="Google Shape;132;p11"/>
          <p:cNvCxnSpPr>
            <a:stCxn id="126" idx="3"/>
            <a:endCxn id="103" idx="1"/>
          </p:cNvCxnSpPr>
          <p:nvPr/>
        </p:nvCxnSpPr>
        <p:spPr>
          <a:xfrm>
            <a:off x="8750638" y="3461393"/>
            <a:ext cx="158700" cy="3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3" name="Google Shape;133;p11"/>
          <p:cNvCxnSpPr>
            <a:stCxn id="103" idx="2"/>
            <a:endCxn id="105" idx="0"/>
          </p:cNvCxnSpPr>
          <p:nvPr/>
        </p:nvCxnSpPr>
        <p:spPr>
          <a:xfrm flipH="1">
            <a:off x="9225136" y="3610658"/>
            <a:ext cx="600" cy="206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4" name="Google Shape;134;p11"/>
          <p:cNvCxnSpPr>
            <a:stCxn id="105" idx="2"/>
            <a:endCxn id="106" idx="0"/>
          </p:cNvCxnSpPr>
          <p:nvPr/>
        </p:nvCxnSpPr>
        <p:spPr>
          <a:xfrm>
            <a:off x="9225088" y="4083089"/>
            <a:ext cx="0" cy="179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5" name="Google Shape;135;p11"/>
          <p:cNvCxnSpPr>
            <a:stCxn id="106" idx="2"/>
            <a:endCxn id="107" idx="0"/>
          </p:cNvCxnSpPr>
          <p:nvPr/>
        </p:nvCxnSpPr>
        <p:spPr>
          <a:xfrm>
            <a:off x="9225083" y="4560369"/>
            <a:ext cx="5100" cy="2601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6" name="Google Shape;136;p11"/>
          <p:cNvCxnSpPr>
            <a:stCxn id="107" idx="3"/>
            <a:endCxn id="108" idx="1"/>
          </p:cNvCxnSpPr>
          <p:nvPr/>
        </p:nvCxnSpPr>
        <p:spPr>
          <a:xfrm>
            <a:off x="9524909" y="5027729"/>
            <a:ext cx="247500" cy="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7" name="Google Shape;137;p11"/>
          <p:cNvCxnSpPr>
            <a:stCxn id="102" idx="3"/>
            <a:endCxn id="104" idx="2"/>
          </p:cNvCxnSpPr>
          <p:nvPr/>
        </p:nvCxnSpPr>
        <p:spPr>
          <a:xfrm flipH="1" rot="10800000">
            <a:off x="9542147" y="2569723"/>
            <a:ext cx="442200" cy="1269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38" name="Google Shape;138;p11"/>
          <p:cNvSpPr/>
          <p:nvPr/>
        </p:nvSpPr>
        <p:spPr>
          <a:xfrm>
            <a:off x="1788033" y="5689753"/>
            <a:ext cx="343440" cy="111510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1749392" y="5953635"/>
            <a:ext cx="420721" cy="183957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2973129" y="5930730"/>
            <a:ext cx="562515" cy="22976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3119262" y="5666540"/>
            <a:ext cx="265626" cy="157950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599354" y="5625322"/>
            <a:ext cx="328393" cy="244328"/>
          </a:xfrm>
          <a:prstGeom prst="flowChartInternalStorag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599354" y="5960226"/>
            <a:ext cx="328393" cy="170775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2182598" y="564641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Terminator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2182593" y="595118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3497395" y="563815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Document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3565693" y="5951186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Decision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6444223" y="5639816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5092773" y="5948310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Manual Input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5670070" y="3717447"/>
            <a:ext cx="290700" cy="2643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11"/>
          <p:cNvCxnSpPr>
            <a:stCxn id="97" idx="2"/>
            <a:endCxn id="150" idx="0"/>
          </p:cNvCxnSpPr>
          <p:nvPr/>
        </p:nvCxnSpPr>
        <p:spPr>
          <a:xfrm flipH="1">
            <a:off x="5815328" y="3493075"/>
            <a:ext cx="1200" cy="224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2" name="Google Shape;152;p11"/>
          <p:cNvSpPr/>
          <p:nvPr/>
        </p:nvSpPr>
        <p:spPr>
          <a:xfrm>
            <a:off x="5872477" y="4287897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Coordinate shipping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1"/>
          <p:cNvCxnSpPr>
            <a:stCxn id="150" idx="2"/>
            <a:endCxn id="127" idx="0"/>
          </p:cNvCxnSpPr>
          <p:nvPr/>
        </p:nvCxnSpPr>
        <p:spPr>
          <a:xfrm flipH="1">
            <a:off x="5486770" y="3849597"/>
            <a:ext cx="183300" cy="4332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4" name="Google Shape;154;p11"/>
          <p:cNvCxnSpPr>
            <a:stCxn id="150" idx="6"/>
            <a:endCxn id="152" idx="0"/>
          </p:cNvCxnSpPr>
          <p:nvPr/>
        </p:nvCxnSpPr>
        <p:spPr>
          <a:xfrm>
            <a:off x="5960770" y="3849597"/>
            <a:ext cx="228000" cy="4383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5" name="Google Shape;155;p11"/>
          <p:cNvCxnSpPr>
            <a:stCxn id="152" idx="2"/>
            <a:endCxn id="156" idx="2"/>
          </p:cNvCxnSpPr>
          <p:nvPr/>
        </p:nvCxnSpPr>
        <p:spPr>
          <a:xfrm flipH="1" rot="-5400000">
            <a:off x="6341288" y="4433378"/>
            <a:ext cx="207600" cy="512400"/>
          </a:xfrm>
          <a:prstGeom prst="bentConnector3">
            <a:avLst>
              <a:gd fmla="val 214675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7" name="Google Shape;157;p11"/>
          <p:cNvCxnSpPr>
            <a:stCxn id="127" idx="2"/>
            <a:endCxn id="156" idx="2"/>
          </p:cNvCxnSpPr>
          <p:nvPr/>
        </p:nvCxnSpPr>
        <p:spPr>
          <a:xfrm flipH="1" rot="-5400000">
            <a:off x="5987608" y="4079795"/>
            <a:ext cx="212700" cy="1214400"/>
          </a:xfrm>
          <a:prstGeom prst="bentConnector3">
            <a:avLst>
              <a:gd fmla="val 211941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6" name="Google Shape;156;p11"/>
          <p:cNvSpPr/>
          <p:nvPr/>
        </p:nvSpPr>
        <p:spPr>
          <a:xfrm>
            <a:off x="6618549" y="4502544"/>
            <a:ext cx="165355" cy="290774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1"/>
          <p:cNvCxnSpPr>
            <a:stCxn id="156" idx="0"/>
            <a:endCxn id="90" idx="1"/>
          </p:cNvCxnSpPr>
          <p:nvPr/>
        </p:nvCxnSpPr>
        <p:spPr>
          <a:xfrm flipH="1" rot="5400000">
            <a:off x="4168327" y="1969644"/>
            <a:ext cx="144000" cy="4921800"/>
          </a:xfrm>
          <a:prstGeom prst="bentConnector4">
            <a:avLst>
              <a:gd fmla="val 1851645" name="adj1"/>
              <a:gd fmla="val 104839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9" name="Google Shape;159;p11"/>
          <p:cNvSpPr/>
          <p:nvPr/>
        </p:nvSpPr>
        <p:spPr>
          <a:xfrm>
            <a:off x="6168435" y="5652198"/>
            <a:ext cx="166800" cy="1848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198149" y="5967151"/>
            <a:ext cx="107357" cy="158828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6444223" y="5967151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Collate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5078406" y="5644977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Internal Storage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2404133" y="299426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4781900" y="4124000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2348243" y="4612200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2784217" y="4218650"/>
            <a:ext cx="214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2241474" y="5237275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4403673" y="2114372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4425348" y="2537698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4471173" y="4485698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Prod. Manager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8684760" y="3331812"/>
            <a:ext cx="689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4299819" y="4447150"/>
            <a:ext cx="22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4403679" y="3426909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91391" y="3178172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Technician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8141047" y="3096778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8141047" y="2312991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8676221" y="256622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9309166" y="318485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Technician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600250" y="416197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9304194" y="4149331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2776825" y="4847438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9114683" y="2435266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5917594" y="2452952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Purchasing Area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