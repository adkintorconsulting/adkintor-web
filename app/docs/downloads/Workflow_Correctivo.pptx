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Urbanist Medium"/>
      <p:regular r:id="rId7"/>
      <p:bold r:id="rId8"/>
      <p:italic r:id="rId9"/>
      <p:boldItalic r:id="rId10"/>
    </p:embeddedFont>
    <p:embeddedFont>
      <p:font typeface="Urbanis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iVxPa0IFzXa4j6PciGtyILSTj3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Urbanist-regular.fntdata"/><Relationship Id="rId10" Type="http://schemas.openxmlformats.org/officeDocument/2006/relationships/font" Target="fonts/UrbanistMedium-boldItalic.fntdata"/><Relationship Id="rId13" Type="http://schemas.openxmlformats.org/officeDocument/2006/relationships/font" Target="fonts/Urbanist-italic.fntdata"/><Relationship Id="rId12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Medium-italic.fntdata"/><Relationship Id="rId15" Type="http://customschemas.google.com/relationships/presentationmetadata" Target="metadata"/><Relationship Id="rId14" Type="http://schemas.openxmlformats.org/officeDocument/2006/relationships/font" Target="fonts/Urbani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UrbanistMedium-regular.fntdata"/><Relationship Id="rId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/>
        </p:nvSpPr>
        <p:spPr>
          <a:xfrm>
            <a:off x="229075" y="263750"/>
            <a:ext cx="116016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Corrective Maintenance Workflow</a:t>
            </a:r>
            <a:endParaRPr b="0" i="0" sz="4050" u="none" cap="none" strike="noStrike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4050" u="none" cap="none" strike="noStrike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t/>
            </a:r>
            <a:endParaRPr b="0" i="0" sz="4050" u="none" cap="none" strike="noStrike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861812" y="2276507"/>
            <a:ext cx="685800" cy="226314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/>
          <p:nvPr/>
        </p:nvSpPr>
        <p:spPr>
          <a:xfrm>
            <a:off x="1886642" y="2730885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Notify requirement to Maintenance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1866640" y="4682281"/>
            <a:ext cx="685800" cy="316711"/>
          </a:xfrm>
          <a:prstGeom prst="flowChartManualInpu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for next maintenance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4490376" y="2439501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requirement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4489197" y="2869365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 Quotes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4489197" y="3745899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 PO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4515735" y="3299229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Quote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6103492" y="2911429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request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6129441" y="3403312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7697397" y="4042358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Carry out corrective maintenance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4286361" y="4201075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Exceeds the maximum amount?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4489197" y="4815529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Approve amount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1686919" y="3961484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a priority?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8878404" y="2886682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 report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8903701" y="3391277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order completed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8877751" y="3836391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Close Work Order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8899473" y="4778679"/>
            <a:ext cx="589376" cy="414343"/>
          </a:xfrm>
          <a:prstGeom prst="flowChartInternalStorag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Archive documents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8851261" y="5463233"/>
            <a:ext cx="685800" cy="226314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10"/>
          <p:cNvCxnSpPr>
            <a:stCxn id="88" idx="2"/>
            <a:endCxn id="89" idx="0"/>
          </p:cNvCxnSpPr>
          <p:nvPr/>
        </p:nvCxnSpPr>
        <p:spPr>
          <a:xfrm flipH="1">
            <a:off x="4805587" y="2737382"/>
            <a:ext cx="1200" cy="132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04" name="Google Shape;104;p10"/>
          <p:cNvCxnSpPr>
            <a:stCxn id="89" idx="2"/>
            <a:endCxn id="91" idx="0"/>
          </p:cNvCxnSpPr>
          <p:nvPr/>
        </p:nvCxnSpPr>
        <p:spPr>
          <a:xfrm>
            <a:off x="4805608" y="3167246"/>
            <a:ext cx="600" cy="132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05" name="Google Shape;105;p10"/>
          <p:cNvCxnSpPr>
            <a:stCxn id="91" idx="2"/>
            <a:endCxn id="90" idx="0"/>
          </p:cNvCxnSpPr>
          <p:nvPr/>
        </p:nvCxnSpPr>
        <p:spPr>
          <a:xfrm flipH="1">
            <a:off x="4805601" y="3564945"/>
            <a:ext cx="600" cy="1809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06" name="Google Shape;106;p10"/>
          <p:cNvCxnSpPr>
            <a:stCxn id="90" idx="2"/>
          </p:cNvCxnSpPr>
          <p:nvPr/>
        </p:nvCxnSpPr>
        <p:spPr>
          <a:xfrm>
            <a:off x="4805608" y="4043780"/>
            <a:ext cx="0" cy="1623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07" name="Google Shape;107;p10"/>
          <p:cNvCxnSpPr>
            <a:endCxn id="96" idx="0"/>
          </p:cNvCxnSpPr>
          <p:nvPr/>
        </p:nvCxnSpPr>
        <p:spPr>
          <a:xfrm>
            <a:off x="4805608" y="4681129"/>
            <a:ext cx="0" cy="1344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08" name="Google Shape;108;p10"/>
          <p:cNvCxnSpPr>
            <a:stCxn id="96" idx="2"/>
            <a:endCxn id="92" idx="1"/>
          </p:cNvCxnSpPr>
          <p:nvPr/>
        </p:nvCxnSpPr>
        <p:spPr>
          <a:xfrm rot="-5400000">
            <a:off x="4428058" y="3438060"/>
            <a:ext cx="2052900" cy="1297800"/>
          </a:xfrm>
          <a:prstGeom prst="bentConnector4">
            <a:avLst>
              <a:gd fmla="val -11599" name="adj1"/>
              <a:gd fmla="val 62194" name="adj2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09" name="Google Shape;109;p10"/>
          <p:cNvSpPr/>
          <p:nvPr/>
        </p:nvSpPr>
        <p:spPr>
          <a:xfrm>
            <a:off x="7439019" y="2803373"/>
            <a:ext cx="1149577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it require further intervention?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10"/>
          <p:cNvCxnSpPr>
            <a:stCxn id="92" idx="2"/>
            <a:endCxn id="93" idx="0"/>
          </p:cNvCxnSpPr>
          <p:nvPr/>
        </p:nvCxnSpPr>
        <p:spPr>
          <a:xfrm>
            <a:off x="6419903" y="3209310"/>
            <a:ext cx="0" cy="1941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1" name="Google Shape;111;p10"/>
          <p:cNvCxnSpPr>
            <a:stCxn id="93" idx="2"/>
            <a:endCxn id="112" idx="0"/>
          </p:cNvCxnSpPr>
          <p:nvPr/>
        </p:nvCxnSpPr>
        <p:spPr>
          <a:xfrm>
            <a:off x="6419907" y="3669028"/>
            <a:ext cx="600" cy="222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3" name="Google Shape;113;p10"/>
          <p:cNvCxnSpPr>
            <a:stCxn id="109" idx="3"/>
            <a:endCxn id="98" idx="1"/>
          </p:cNvCxnSpPr>
          <p:nvPr/>
        </p:nvCxnSpPr>
        <p:spPr>
          <a:xfrm flipH="1" rot="10800000">
            <a:off x="8588596" y="3035637"/>
            <a:ext cx="289800" cy="54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4" name="Google Shape;114;p10"/>
          <p:cNvCxnSpPr>
            <a:stCxn id="98" idx="2"/>
            <a:endCxn id="99" idx="0"/>
          </p:cNvCxnSpPr>
          <p:nvPr/>
        </p:nvCxnSpPr>
        <p:spPr>
          <a:xfrm flipH="1">
            <a:off x="9194215" y="3184563"/>
            <a:ext cx="600" cy="206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5" name="Google Shape;115;p10"/>
          <p:cNvCxnSpPr>
            <a:stCxn id="99" idx="2"/>
            <a:endCxn id="100" idx="0"/>
          </p:cNvCxnSpPr>
          <p:nvPr/>
        </p:nvCxnSpPr>
        <p:spPr>
          <a:xfrm>
            <a:off x="9194167" y="3656993"/>
            <a:ext cx="0" cy="1794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6" name="Google Shape;116;p10"/>
          <p:cNvCxnSpPr>
            <a:stCxn id="100" idx="2"/>
            <a:endCxn id="117" idx="0"/>
          </p:cNvCxnSpPr>
          <p:nvPr/>
        </p:nvCxnSpPr>
        <p:spPr>
          <a:xfrm>
            <a:off x="9194162" y="4134272"/>
            <a:ext cx="0" cy="2082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18" name="Google Shape;118;p10"/>
          <p:cNvCxnSpPr>
            <a:stCxn id="101" idx="2"/>
            <a:endCxn id="102" idx="0"/>
          </p:cNvCxnSpPr>
          <p:nvPr/>
        </p:nvCxnSpPr>
        <p:spPr>
          <a:xfrm>
            <a:off x="9194161" y="5193022"/>
            <a:ext cx="0" cy="2703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19" name="Google Shape;119;p10"/>
          <p:cNvSpPr/>
          <p:nvPr/>
        </p:nvSpPr>
        <p:spPr>
          <a:xfrm>
            <a:off x="1348308" y="5866153"/>
            <a:ext cx="343440" cy="111510"/>
          </a:xfrm>
          <a:prstGeom prst="flowChartTerminator">
            <a:avLst/>
          </a:prstGeom>
          <a:gradFill>
            <a:gsLst>
              <a:gs pos="0">
                <a:srgbClr val="A6D49D"/>
              </a:gs>
              <a:gs pos="50000">
                <a:srgbClr val="99C991"/>
              </a:gs>
              <a:gs pos="100000">
                <a:srgbClr val="88C57C"/>
              </a:gs>
            </a:gsLst>
            <a:lin ang="5400012" scaled="0"/>
          </a:gradFill>
          <a:ln cap="flat" cmpd="sng" w="9525">
            <a:solidFill>
              <a:srgbClr val="EEFF4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1309667" y="6130035"/>
            <a:ext cx="420721" cy="183957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2533404" y="6107130"/>
            <a:ext cx="562515" cy="22976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2679537" y="5842940"/>
            <a:ext cx="265626" cy="157950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159629" y="5801722"/>
            <a:ext cx="328393" cy="244328"/>
          </a:xfrm>
          <a:prstGeom prst="flowChartInternalStorage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4159629" y="6136626"/>
            <a:ext cx="328393" cy="170775"/>
          </a:xfrm>
          <a:prstGeom prst="flowChartManualInput">
            <a:avLst/>
          </a:prstGeom>
          <a:solidFill>
            <a:srgbClr val="FFFFFF"/>
          </a:solidFill>
          <a:ln cap="flat" cmpd="sng" w="143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 txBox="1"/>
          <p:nvPr/>
        </p:nvSpPr>
        <p:spPr>
          <a:xfrm>
            <a:off x="1727822" y="5829577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Terminator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0"/>
          <p:cNvSpPr txBox="1"/>
          <p:nvPr/>
        </p:nvSpPr>
        <p:spPr>
          <a:xfrm>
            <a:off x="1742868" y="6127587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7" name="Google Shape;127;p10"/>
          <p:cNvSpPr txBox="1"/>
          <p:nvPr/>
        </p:nvSpPr>
        <p:spPr>
          <a:xfrm>
            <a:off x="3057670" y="581455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Document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3125968" y="6127586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Decision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4577763" y="5810886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Internal Storage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4654348" y="6127585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Manual Input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2913520" y="3275193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the technical scope been reviewed?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2913520" y="3921127"/>
            <a:ext cx="1038492" cy="475327"/>
          </a:xfrm>
          <a:prstGeom prst="flowChartDecision">
            <a:avLst/>
          </a:prstGeom>
          <a:gradFill>
            <a:gsLst>
              <a:gs pos="0">
                <a:srgbClr val="D09DC7"/>
              </a:gs>
              <a:gs pos="50000">
                <a:srgbClr val="C490BC"/>
              </a:gs>
              <a:gs pos="100000">
                <a:srgbClr val="BF7CB5"/>
              </a:gs>
            </a:gsLst>
            <a:lin ang="5400012" scaled="0"/>
          </a:gradFill>
          <a:ln cap="flat" cmpd="sng" w="9525">
            <a:solidFill>
              <a:srgbClr val="0097A7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all the resources available?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10"/>
          <p:cNvCxnSpPr>
            <a:stCxn id="85" idx="2"/>
            <a:endCxn id="86" idx="0"/>
          </p:cNvCxnSpPr>
          <p:nvPr/>
        </p:nvCxnSpPr>
        <p:spPr>
          <a:xfrm flipH="1">
            <a:off x="2202912" y="2502821"/>
            <a:ext cx="1800" cy="228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4" name="Google Shape;134;p10"/>
          <p:cNvCxnSpPr>
            <a:stCxn id="86" idx="2"/>
            <a:endCxn id="135" idx="0"/>
          </p:cNvCxnSpPr>
          <p:nvPr/>
        </p:nvCxnSpPr>
        <p:spPr>
          <a:xfrm>
            <a:off x="2203053" y="3028766"/>
            <a:ext cx="0" cy="3240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6" name="Google Shape;136;p10"/>
          <p:cNvCxnSpPr>
            <a:stCxn id="97" idx="2"/>
            <a:endCxn id="87" idx="0"/>
          </p:cNvCxnSpPr>
          <p:nvPr/>
        </p:nvCxnSpPr>
        <p:spPr>
          <a:xfrm>
            <a:off x="2206165" y="4436811"/>
            <a:ext cx="3300" cy="2772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7" name="Google Shape;137;p10"/>
          <p:cNvCxnSpPr>
            <a:stCxn id="97" idx="3"/>
            <a:endCxn id="131" idx="1"/>
          </p:cNvCxnSpPr>
          <p:nvPr/>
        </p:nvCxnSpPr>
        <p:spPr>
          <a:xfrm flipH="1" rot="10800000">
            <a:off x="2725411" y="3512748"/>
            <a:ext cx="188100" cy="686400"/>
          </a:xfrm>
          <a:prstGeom prst="bentConnector3">
            <a:avLst>
              <a:gd fmla="val 50002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8" name="Google Shape;138;p10"/>
          <p:cNvCxnSpPr>
            <a:stCxn id="131" idx="2"/>
            <a:endCxn id="132" idx="0"/>
          </p:cNvCxnSpPr>
          <p:nvPr/>
        </p:nvCxnSpPr>
        <p:spPr>
          <a:xfrm>
            <a:off x="3432766" y="3750520"/>
            <a:ext cx="0" cy="170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39" name="Google Shape;139;p10"/>
          <p:cNvCxnSpPr>
            <a:stCxn id="132" idx="3"/>
            <a:endCxn id="88" idx="1"/>
          </p:cNvCxnSpPr>
          <p:nvPr/>
        </p:nvCxnSpPr>
        <p:spPr>
          <a:xfrm flipH="1" rot="10800000">
            <a:off x="3952012" y="2588591"/>
            <a:ext cx="538500" cy="1570200"/>
          </a:xfrm>
          <a:prstGeom prst="bentConnector3">
            <a:avLst>
              <a:gd fmla="val 49987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0" name="Google Shape;140;p10"/>
          <p:cNvCxnSpPr>
            <a:stCxn id="132" idx="2"/>
            <a:endCxn id="94" idx="2"/>
          </p:cNvCxnSpPr>
          <p:nvPr/>
        </p:nvCxnSpPr>
        <p:spPr>
          <a:xfrm rot="-5400000">
            <a:off x="5695216" y="2077904"/>
            <a:ext cx="56100" cy="4581000"/>
          </a:xfrm>
          <a:prstGeom prst="bentConnector3">
            <a:avLst>
              <a:gd fmla="val -2023611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1" name="Google Shape;141;p10"/>
          <p:cNvCxnSpPr>
            <a:stCxn id="109" idx="0"/>
            <a:endCxn id="97" idx="1"/>
          </p:cNvCxnSpPr>
          <p:nvPr/>
        </p:nvCxnSpPr>
        <p:spPr>
          <a:xfrm rot="5400000">
            <a:off x="4152358" y="337823"/>
            <a:ext cx="1395900" cy="6327000"/>
          </a:xfrm>
          <a:prstGeom prst="bentConnector4">
            <a:avLst>
              <a:gd fmla="val -50120" name="adj1"/>
              <a:gd fmla="val 103762" name="adj2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2" name="Google Shape;142;p10"/>
          <p:cNvCxnSpPr>
            <a:stCxn id="95" idx="3"/>
            <a:endCxn id="92" idx="1"/>
          </p:cNvCxnSpPr>
          <p:nvPr/>
        </p:nvCxnSpPr>
        <p:spPr>
          <a:xfrm flipH="1" rot="10800000">
            <a:off x="5324853" y="3060239"/>
            <a:ext cx="778500" cy="1378500"/>
          </a:xfrm>
          <a:prstGeom prst="bentConnector3">
            <a:avLst>
              <a:gd fmla="val 37649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43" name="Google Shape;143;p10"/>
          <p:cNvCxnSpPr>
            <a:stCxn id="131" idx="3"/>
            <a:endCxn id="88" idx="1"/>
          </p:cNvCxnSpPr>
          <p:nvPr/>
        </p:nvCxnSpPr>
        <p:spPr>
          <a:xfrm flipH="1" rot="10800000">
            <a:off x="3952012" y="2588557"/>
            <a:ext cx="538500" cy="924300"/>
          </a:xfrm>
          <a:prstGeom prst="bentConnector3">
            <a:avLst>
              <a:gd fmla="val 49987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44" name="Google Shape;144;p10"/>
          <p:cNvSpPr txBox="1"/>
          <p:nvPr/>
        </p:nvSpPr>
        <p:spPr>
          <a:xfrm>
            <a:off x="6004498" y="5816216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5728710" y="5828598"/>
            <a:ext cx="166800" cy="184800"/>
          </a:xfrm>
          <a:prstGeom prst="flowChartOr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5758424" y="6143551"/>
            <a:ext cx="107357" cy="158828"/>
          </a:xfrm>
          <a:prstGeom prst="flowChartCollate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6004498" y="6143551"/>
            <a:ext cx="84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Collate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5775537" y="4456315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Schedule the intervention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6275260" y="3890998"/>
            <a:ext cx="290700" cy="264300"/>
          </a:xfrm>
          <a:prstGeom prst="flowChartOr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6477667" y="4461448"/>
            <a:ext cx="632821" cy="297881"/>
          </a:xfrm>
          <a:prstGeom prst="flowChartProcess">
            <a:avLst/>
          </a:prstGeom>
          <a:gradFill>
            <a:gsLst>
              <a:gs pos="0">
                <a:srgbClr val="9ACEF4"/>
              </a:gs>
              <a:gs pos="50000">
                <a:srgbClr val="8DC3EA"/>
              </a:gs>
              <a:gs pos="100000">
                <a:srgbClr val="78BDED"/>
              </a:gs>
            </a:gsLst>
            <a:lin ang="5400012" scaled="0"/>
          </a:gradFill>
          <a:ln cap="flat" cmpd="sng" w="9525">
            <a:solidFill>
              <a:srgbClr val="FFAB40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Coordinate shipping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10"/>
          <p:cNvCxnSpPr>
            <a:stCxn id="112" idx="2"/>
            <a:endCxn id="148" idx="0"/>
          </p:cNvCxnSpPr>
          <p:nvPr/>
        </p:nvCxnSpPr>
        <p:spPr>
          <a:xfrm flipH="1">
            <a:off x="6091960" y="4023148"/>
            <a:ext cx="183300" cy="4332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1" name="Google Shape;151;p10"/>
          <p:cNvCxnSpPr>
            <a:stCxn id="112" idx="6"/>
            <a:endCxn id="149" idx="0"/>
          </p:cNvCxnSpPr>
          <p:nvPr/>
        </p:nvCxnSpPr>
        <p:spPr>
          <a:xfrm>
            <a:off x="6565960" y="4023148"/>
            <a:ext cx="228000" cy="438300"/>
          </a:xfrm>
          <a:prstGeom prst="bentConnector2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2" name="Google Shape;152;p10"/>
          <p:cNvCxnSpPr>
            <a:stCxn id="149" idx="2"/>
            <a:endCxn id="153" idx="2"/>
          </p:cNvCxnSpPr>
          <p:nvPr/>
        </p:nvCxnSpPr>
        <p:spPr>
          <a:xfrm flipH="1" rot="-5400000">
            <a:off x="6946477" y="4606929"/>
            <a:ext cx="207600" cy="512400"/>
          </a:xfrm>
          <a:prstGeom prst="bentConnector3">
            <a:avLst>
              <a:gd fmla="val 214675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4" name="Google Shape;154;p10"/>
          <p:cNvCxnSpPr>
            <a:stCxn id="148" idx="2"/>
            <a:endCxn id="153" idx="2"/>
          </p:cNvCxnSpPr>
          <p:nvPr/>
        </p:nvCxnSpPr>
        <p:spPr>
          <a:xfrm flipH="1" rot="-5400000">
            <a:off x="6592798" y="4253346"/>
            <a:ext cx="212700" cy="1214400"/>
          </a:xfrm>
          <a:prstGeom prst="bentConnector3">
            <a:avLst>
              <a:gd fmla="val 211941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53" name="Google Shape;153;p10"/>
          <p:cNvSpPr/>
          <p:nvPr/>
        </p:nvSpPr>
        <p:spPr>
          <a:xfrm>
            <a:off x="7223739" y="4676095"/>
            <a:ext cx="165355" cy="290774"/>
          </a:xfrm>
          <a:prstGeom prst="flowChartCollate">
            <a:avLst/>
          </a:prstGeom>
          <a:gradFill>
            <a:gsLst>
              <a:gs pos="0">
                <a:srgbClr val="9BADBE"/>
              </a:gs>
              <a:gs pos="50000">
                <a:srgbClr val="8DA1B2"/>
              </a:gs>
              <a:gs pos="100000">
                <a:srgbClr val="7893AA"/>
              </a:gs>
            </a:gsLst>
            <a:lin ang="5400012" scaled="0"/>
          </a:gradFill>
          <a:ln cap="flat" cmpd="sng" w="9525">
            <a:solidFill>
              <a:srgbClr val="4285F4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10"/>
          <p:cNvCxnSpPr>
            <a:stCxn id="153" idx="0"/>
            <a:endCxn id="131" idx="0"/>
          </p:cNvCxnSpPr>
          <p:nvPr/>
        </p:nvCxnSpPr>
        <p:spPr>
          <a:xfrm flipH="1" rot="5400000">
            <a:off x="4669116" y="2038795"/>
            <a:ext cx="1401000" cy="3873600"/>
          </a:xfrm>
          <a:prstGeom prst="bentConnector3">
            <a:avLst>
              <a:gd fmla="val 172394" name="adj1"/>
            </a:avLst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cxnSp>
        <p:nvCxnSpPr>
          <p:cNvPr id="156" name="Google Shape;156;p10"/>
          <p:cNvCxnSpPr>
            <a:stCxn id="94" idx="0"/>
            <a:endCxn id="109" idx="2"/>
          </p:cNvCxnSpPr>
          <p:nvPr/>
        </p:nvCxnSpPr>
        <p:spPr>
          <a:xfrm rot="10800000">
            <a:off x="8013808" y="3278558"/>
            <a:ext cx="0" cy="7638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17" name="Google Shape;117;p10"/>
          <p:cNvSpPr/>
          <p:nvPr/>
        </p:nvSpPr>
        <p:spPr>
          <a:xfrm>
            <a:off x="8903700" y="4342347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 Log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0"/>
          <p:cNvCxnSpPr>
            <a:stCxn id="117" idx="2"/>
            <a:endCxn id="101" idx="0"/>
          </p:cNvCxnSpPr>
          <p:nvPr/>
        </p:nvCxnSpPr>
        <p:spPr>
          <a:xfrm>
            <a:off x="9194166" y="4608063"/>
            <a:ext cx="0" cy="1707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58" name="Google Shape;158;p10"/>
          <p:cNvSpPr txBox="1"/>
          <p:nvPr/>
        </p:nvSpPr>
        <p:spPr>
          <a:xfrm>
            <a:off x="2284129" y="2601963"/>
            <a:ext cx="811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Operator/Area Manager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2626709" y="3831190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3401930" y="3741423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3402137" y="438337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3888152" y="4035736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3911646" y="338238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4924378" y="2320669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4915903" y="3616789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4923820" y="2753441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4765618" y="4648250"/>
            <a:ext cx="228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5283721" y="4307965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4946018" y="4678204"/>
            <a:ext cx="6891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Prod</a:t>
            </a:r>
            <a:r>
              <a:rPr b="0" i="0" lang="en-US" sz="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Manager</a:t>
            </a:r>
            <a:endParaRPr b="0" i="0" sz="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6584994" y="2795577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Purchasing Area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6158669" y="4328039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8090528" y="3916893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Technician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8536194" y="2902425"/>
            <a:ext cx="265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7972125" y="2686730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Yes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9304120" y="2748182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Technician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9298864" y="3703543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Maint. Supervisor</a:t>
            </a:r>
            <a:endParaRPr b="0" i="0" sz="45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1912588" y="3352863"/>
            <a:ext cx="580932" cy="284526"/>
          </a:xfrm>
          <a:prstGeom prst="flowChartDocument">
            <a:avLst/>
          </a:prstGeom>
          <a:gradFill>
            <a:gsLst>
              <a:gs pos="0">
                <a:srgbClr val="F4B6A2"/>
              </a:gs>
              <a:gs pos="50000">
                <a:srgbClr val="F1AA93"/>
              </a:gs>
              <a:gs pos="100000">
                <a:srgbClr val="F49C7F"/>
              </a:gs>
            </a:gsLst>
            <a:lin ang="5400012" scaled="0"/>
          </a:gradFill>
          <a:ln cap="flat" cmpd="sng" w="9525">
            <a:solidFill>
              <a:srgbClr val="212121"/>
            </a:solidFill>
            <a:prstDash val="solid"/>
            <a:miter lim="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 Order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10"/>
          <p:cNvCxnSpPr>
            <a:stCxn id="135" idx="2"/>
            <a:endCxn id="97" idx="0"/>
          </p:cNvCxnSpPr>
          <p:nvPr/>
        </p:nvCxnSpPr>
        <p:spPr>
          <a:xfrm>
            <a:off x="2203054" y="3618579"/>
            <a:ext cx="3000" cy="342900"/>
          </a:xfrm>
          <a:prstGeom prst="straightConnector1">
            <a:avLst/>
          </a:prstGeom>
          <a:noFill/>
          <a:ln cap="flat" cmpd="sng" w="14300">
            <a:solidFill>
              <a:srgbClr val="4285F4"/>
            </a:solidFill>
            <a:prstDash val="solid"/>
            <a:miter lim="0"/>
            <a:headEnd len="sm" w="sm" type="none"/>
            <a:tailEnd len="med" w="med" type="triangle"/>
          </a:ln>
        </p:spPr>
      </p:cxnSp>
      <p:sp>
        <p:nvSpPr>
          <p:cNvPr id="178" name="Google Shape;178;p10"/>
          <p:cNvSpPr txBox="1"/>
          <p:nvPr/>
        </p:nvSpPr>
        <p:spPr>
          <a:xfrm>
            <a:off x="2256077" y="4470073"/>
            <a:ext cx="68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</a:t>
            </a:r>
            <a:endParaRPr b="0" i="0" sz="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